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</p:sldMasterIdLst>
  <p:notesMasterIdLst>
    <p:notesMasterId r:id="rId27"/>
  </p:notesMasterIdLst>
  <p:sldIdLst>
    <p:sldId id="256" r:id="rId2"/>
    <p:sldId id="258" r:id="rId3"/>
    <p:sldId id="260" r:id="rId4"/>
    <p:sldId id="299" r:id="rId5"/>
    <p:sldId id="300" r:id="rId6"/>
    <p:sldId id="304" r:id="rId7"/>
    <p:sldId id="303" r:id="rId8"/>
    <p:sldId id="306" r:id="rId9"/>
    <p:sldId id="307" r:id="rId10"/>
    <p:sldId id="308" r:id="rId11"/>
    <p:sldId id="309" r:id="rId12"/>
    <p:sldId id="317" r:id="rId13"/>
    <p:sldId id="310" r:id="rId14"/>
    <p:sldId id="311" r:id="rId15"/>
    <p:sldId id="312" r:id="rId16"/>
    <p:sldId id="314" r:id="rId17"/>
    <p:sldId id="315" r:id="rId18"/>
    <p:sldId id="316" r:id="rId19"/>
    <p:sldId id="318" r:id="rId20"/>
    <p:sldId id="319" r:id="rId21"/>
    <p:sldId id="313" r:id="rId22"/>
    <p:sldId id="320" r:id="rId23"/>
    <p:sldId id="321" r:id="rId24"/>
    <p:sldId id="322" r:id="rId25"/>
    <p:sldId id="275" r:id="rId26"/>
  </p:sldIdLst>
  <p:sldSz cx="9144000" cy="5143500" type="screen16x9"/>
  <p:notesSz cx="6858000" cy="9144000"/>
  <p:embeddedFontLst>
    <p:embeddedFont>
      <p:font typeface="Anaheim" panose="020B0604020202020204" charset="0"/>
      <p:regular r:id="rId28"/>
      <p:bold r:id="rId29"/>
    </p:embeddedFont>
    <p:embeddedFont>
      <p:font typeface="Open Sans" panose="020B0606030504020204" pitchFamily="34" charset="0"/>
      <p:regular r:id="rId30"/>
      <p:bold r:id="rId31"/>
      <p:italic r:id="rId32"/>
      <p:boldItalic r:id="rId33"/>
    </p:embeddedFont>
    <p:embeddedFont>
      <p:font typeface="Raleway" pitchFamily="2" charset="0"/>
      <p:regular r:id="rId34"/>
      <p:bold r:id="rId35"/>
      <p:italic r:id="rId36"/>
      <p:boldItalic r:id="rId37"/>
    </p:embeddedFont>
    <p:embeddedFont>
      <p:font typeface="Raleway Medium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C162750-A633-47BD-BA7B-3D6AC98CABAF}">
          <p14:sldIdLst>
            <p14:sldId id="256"/>
            <p14:sldId id="258"/>
            <p14:sldId id="260"/>
            <p14:sldId id="299"/>
            <p14:sldId id="300"/>
            <p14:sldId id="304"/>
            <p14:sldId id="303"/>
            <p14:sldId id="306"/>
            <p14:sldId id="307"/>
            <p14:sldId id="308"/>
            <p14:sldId id="309"/>
            <p14:sldId id="317"/>
            <p14:sldId id="310"/>
            <p14:sldId id="311"/>
            <p14:sldId id="312"/>
            <p14:sldId id="314"/>
            <p14:sldId id="315"/>
            <p14:sldId id="316"/>
            <p14:sldId id="318"/>
            <p14:sldId id="319"/>
            <p14:sldId id="313"/>
            <p14:sldId id="320"/>
            <p14:sldId id="321"/>
            <p14:sldId id="322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97E0F-DD90-4D1E-A96E-3B9CD802DD1B}" v="2158" dt="2024-12-04T17:30:30.294"/>
  </p1510:revLst>
</p1510:revInfo>
</file>

<file path=ppt/tableStyles.xml><?xml version="1.0" encoding="utf-8"?>
<a:tblStyleLst xmlns:a="http://schemas.openxmlformats.org/drawingml/2006/main" def="{C308095A-1BE2-4CB6-8B7B-74DEDC54D071}">
  <a:tblStyle styleId="{C308095A-1BE2-4CB6-8B7B-74DEDC54D0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4708E2B-1CAF-4DCF-958C-ED87901C61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sheeraja Manaswini" userId="d1f3ec3f6592a3f5" providerId="LiveId" clId="{C0382007-FAB9-47D5-B5F6-5FCE264C18AC}"/>
    <pc:docChg chg="undo redo custSel addSld delSld modSld sldOrd delMainMaster">
      <pc:chgData name="Ksheeraja Manaswini" userId="d1f3ec3f6592a3f5" providerId="LiveId" clId="{C0382007-FAB9-47D5-B5F6-5FCE264C18AC}" dt="2024-08-23T16:49:16.145" v="3817"/>
      <pc:docMkLst>
        <pc:docMk/>
      </pc:docMkLst>
      <pc:sldChg chg="addSp modSp mod">
        <pc:chgData name="Ksheeraja Manaswini" userId="d1f3ec3f6592a3f5" providerId="LiveId" clId="{C0382007-FAB9-47D5-B5F6-5FCE264C18AC}" dt="2024-08-23T13:41:59.392" v="73" actId="2085"/>
        <pc:sldMkLst>
          <pc:docMk/>
          <pc:sldMk cId="0" sldId="256"/>
        </pc:sldMkLst>
        <pc:spChg chg="add mod ord">
          <ac:chgData name="Ksheeraja Manaswini" userId="d1f3ec3f6592a3f5" providerId="LiveId" clId="{C0382007-FAB9-47D5-B5F6-5FCE264C18AC}" dt="2024-08-23T13:41:59.392" v="73" actId="2085"/>
          <ac:spMkLst>
            <pc:docMk/>
            <pc:sldMk cId="0" sldId="256"/>
            <ac:spMk id="2" creationId="{2DB5E6B6-85B7-A76E-C30E-0732A7956A8D}"/>
          </ac:spMkLst>
        </pc:spChg>
        <pc:spChg chg="mod">
          <ac:chgData name="Ksheeraja Manaswini" userId="d1f3ec3f6592a3f5" providerId="LiveId" clId="{C0382007-FAB9-47D5-B5F6-5FCE264C18AC}" dt="2024-08-23T13:37:14.802" v="23" actId="14861"/>
          <ac:spMkLst>
            <pc:docMk/>
            <pc:sldMk cId="0" sldId="256"/>
            <ac:spMk id="281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3:38:14.037" v="31" actId="1076"/>
          <ac:spMkLst>
            <pc:docMk/>
            <pc:sldMk cId="0" sldId="256"/>
            <ac:spMk id="282" creationId="{00000000-0000-0000-0000-000000000000}"/>
          </ac:spMkLst>
        </pc:spChg>
      </pc:sldChg>
      <pc:sldChg chg="del">
        <pc:chgData name="Ksheeraja Manaswini" userId="d1f3ec3f6592a3f5" providerId="LiveId" clId="{C0382007-FAB9-47D5-B5F6-5FCE264C18AC}" dt="2024-08-23T14:41:22.903" v="1087" actId="47"/>
        <pc:sldMkLst>
          <pc:docMk/>
          <pc:sldMk cId="0" sldId="257"/>
        </pc:sldMkLst>
      </pc:sldChg>
      <pc:sldChg chg="addSp delSp modSp mod modAnim">
        <pc:chgData name="Ksheeraja Manaswini" userId="d1f3ec3f6592a3f5" providerId="LiveId" clId="{C0382007-FAB9-47D5-B5F6-5FCE264C18AC}" dt="2024-08-23T16:42:39.194" v="3755"/>
        <pc:sldMkLst>
          <pc:docMk/>
          <pc:sldMk cId="0" sldId="258"/>
        </pc:sldMkLst>
        <pc:spChg chg="add del mod">
          <ac:chgData name="Ksheeraja Manaswini" userId="d1f3ec3f6592a3f5" providerId="LiveId" clId="{C0382007-FAB9-47D5-B5F6-5FCE264C18AC}" dt="2024-08-23T16:25:54.425" v="3262" actId="478"/>
          <ac:spMkLst>
            <pc:docMk/>
            <pc:sldMk cId="0" sldId="258"/>
            <ac:spMk id="3" creationId="{6D36FCE0-98FD-84E3-78A2-9B6FE03D027D}"/>
          </ac:spMkLst>
        </pc:spChg>
        <pc:spChg chg="mod">
          <ac:chgData name="Ksheeraja Manaswini" userId="d1f3ec3f6592a3f5" providerId="LiveId" clId="{C0382007-FAB9-47D5-B5F6-5FCE264C18AC}" dt="2024-08-23T14:23:52.835" v="769" actId="20577"/>
          <ac:spMkLst>
            <pc:docMk/>
            <pc:sldMk cId="0" sldId="258"/>
            <ac:spMk id="301" creationId="{00000000-0000-0000-0000-000000000000}"/>
          </ac:spMkLst>
        </pc:spChg>
        <pc:spChg chg="add del">
          <ac:chgData name="Ksheeraja Manaswini" userId="d1f3ec3f6592a3f5" providerId="LiveId" clId="{C0382007-FAB9-47D5-B5F6-5FCE264C18AC}" dt="2024-08-23T16:25:54.425" v="3262" actId="478"/>
          <ac:spMkLst>
            <pc:docMk/>
            <pc:sldMk cId="0" sldId="258"/>
            <ac:spMk id="303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23:44.694" v="745" actId="20577"/>
          <ac:spMkLst>
            <pc:docMk/>
            <pc:sldMk cId="0" sldId="258"/>
            <ac:spMk id="304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24:14.354" v="781" actId="20577"/>
          <ac:spMkLst>
            <pc:docMk/>
            <pc:sldMk cId="0" sldId="258"/>
            <ac:spMk id="305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24:18.346" v="782" actId="20577"/>
          <ac:spMkLst>
            <pc:docMk/>
            <pc:sldMk cId="0" sldId="258"/>
            <ac:spMk id="306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3:43:46.234" v="168" actId="20577"/>
          <ac:spMkLst>
            <pc:docMk/>
            <pc:sldMk cId="0" sldId="258"/>
            <ac:spMk id="307" creationId="{00000000-0000-0000-0000-000000000000}"/>
          </ac:spMkLst>
        </pc:spChg>
      </pc:sldChg>
      <pc:sldChg chg="del">
        <pc:chgData name="Ksheeraja Manaswini" userId="d1f3ec3f6592a3f5" providerId="LiveId" clId="{C0382007-FAB9-47D5-B5F6-5FCE264C18AC}" dt="2024-08-23T14:41:25.863" v="1088" actId="47"/>
        <pc:sldMkLst>
          <pc:docMk/>
          <pc:sldMk cId="0" sldId="259"/>
        </pc:sldMkLst>
      </pc:sldChg>
      <pc:sldChg chg="addSp delSp modSp mod modAnim">
        <pc:chgData name="Ksheeraja Manaswini" userId="d1f3ec3f6592a3f5" providerId="LiveId" clId="{C0382007-FAB9-47D5-B5F6-5FCE264C18AC}" dt="2024-08-23T16:43:05.465" v="3760"/>
        <pc:sldMkLst>
          <pc:docMk/>
          <pc:sldMk cId="0" sldId="260"/>
        </pc:sldMkLst>
        <pc:spChg chg="add del mod">
          <ac:chgData name="Ksheeraja Manaswini" userId="d1f3ec3f6592a3f5" providerId="LiveId" clId="{C0382007-FAB9-47D5-B5F6-5FCE264C18AC}" dt="2024-08-23T13:45:20.437" v="203" actId="478"/>
          <ac:spMkLst>
            <pc:docMk/>
            <pc:sldMk cId="0" sldId="260"/>
            <ac:spMk id="3" creationId="{9ABE71D6-B74E-E0FA-6846-0FB76604958E}"/>
          </ac:spMkLst>
        </pc:spChg>
        <pc:spChg chg="add mod">
          <ac:chgData name="Ksheeraja Manaswini" userId="d1f3ec3f6592a3f5" providerId="LiveId" clId="{C0382007-FAB9-47D5-B5F6-5FCE264C18AC}" dt="2024-08-23T13:58:19.124" v="269" actId="1076"/>
          <ac:spMkLst>
            <pc:docMk/>
            <pc:sldMk cId="0" sldId="260"/>
            <ac:spMk id="4" creationId="{903770CD-EC6C-A673-D167-60DD50ED5051}"/>
          </ac:spMkLst>
        </pc:spChg>
        <pc:spChg chg="add mod">
          <ac:chgData name="Ksheeraja Manaswini" userId="d1f3ec3f6592a3f5" providerId="LiveId" clId="{C0382007-FAB9-47D5-B5F6-5FCE264C18AC}" dt="2024-08-23T15:01:03.906" v="1410" actId="20577"/>
          <ac:spMkLst>
            <pc:docMk/>
            <pc:sldMk cId="0" sldId="260"/>
            <ac:spMk id="9" creationId="{C4939269-CE1B-E227-452B-1D823FDEE507}"/>
          </ac:spMkLst>
        </pc:spChg>
        <pc:spChg chg="mod">
          <ac:chgData name="Ksheeraja Manaswini" userId="d1f3ec3f6592a3f5" providerId="LiveId" clId="{C0382007-FAB9-47D5-B5F6-5FCE264C18AC}" dt="2024-08-23T14:24:34.704" v="802" actId="20577"/>
          <ac:spMkLst>
            <pc:docMk/>
            <pc:sldMk cId="0" sldId="260"/>
            <ac:spMk id="32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3:56:11.077" v="257" actId="1076"/>
          <ac:spMkLst>
            <pc:docMk/>
            <pc:sldMk cId="0" sldId="260"/>
            <ac:spMk id="321" creationId="{00000000-0000-0000-0000-000000000000}"/>
          </ac:spMkLst>
        </pc:spChg>
        <pc:picChg chg="add del mod">
          <ac:chgData name="Ksheeraja Manaswini" userId="d1f3ec3f6592a3f5" providerId="LiveId" clId="{C0382007-FAB9-47D5-B5F6-5FCE264C18AC}" dt="2024-08-23T13:53:51.750" v="240" actId="478"/>
          <ac:picMkLst>
            <pc:docMk/>
            <pc:sldMk cId="0" sldId="260"/>
            <ac:picMk id="6" creationId="{996EECE0-F28B-9373-B2B1-B147F4E3B3A9}"/>
          </ac:picMkLst>
        </pc:picChg>
        <pc:picChg chg="add mod">
          <ac:chgData name="Ksheeraja Manaswini" userId="d1f3ec3f6592a3f5" providerId="LiveId" clId="{C0382007-FAB9-47D5-B5F6-5FCE264C18AC}" dt="2024-08-23T13:54:17.975" v="246" actId="1076"/>
          <ac:picMkLst>
            <pc:docMk/>
            <pc:sldMk cId="0" sldId="260"/>
            <ac:picMk id="8" creationId="{0B2343FE-0832-C255-E167-2682FCE86874}"/>
          </ac:picMkLst>
        </pc:picChg>
        <pc:picChg chg="del">
          <ac:chgData name="Ksheeraja Manaswini" userId="d1f3ec3f6592a3f5" providerId="LiveId" clId="{C0382007-FAB9-47D5-B5F6-5FCE264C18AC}" dt="2024-08-23T13:43:53.276" v="169" actId="478"/>
          <ac:picMkLst>
            <pc:docMk/>
            <pc:sldMk cId="0" sldId="260"/>
            <ac:picMk id="322" creationId="{00000000-0000-0000-0000-000000000000}"/>
          </ac:picMkLst>
        </pc:picChg>
        <pc:cxnChg chg="mod">
          <ac:chgData name="Ksheeraja Manaswini" userId="d1f3ec3f6592a3f5" providerId="LiveId" clId="{C0382007-FAB9-47D5-B5F6-5FCE264C18AC}" dt="2024-08-23T13:56:15.794" v="258" actId="1076"/>
          <ac:cxnSpMkLst>
            <pc:docMk/>
            <pc:sldMk cId="0" sldId="260"/>
            <ac:cxnSpMk id="323" creationId="{00000000-0000-0000-0000-000000000000}"/>
          </ac:cxnSpMkLst>
        </pc:cxnChg>
      </pc:sldChg>
      <pc:sldChg chg="addSp delSp modSp del mod">
        <pc:chgData name="Ksheeraja Manaswini" userId="d1f3ec3f6592a3f5" providerId="LiveId" clId="{C0382007-FAB9-47D5-B5F6-5FCE264C18AC}" dt="2024-08-23T16:30:04.402" v="3403" actId="47"/>
        <pc:sldMkLst>
          <pc:docMk/>
          <pc:sldMk cId="0" sldId="261"/>
        </pc:sldMkLst>
        <pc:spChg chg="add del mod">
          <ac:chgData name="Ksheeraja Manaswini" userId="d1f3ec3f6592a3f5" providerId="LiveId" clId="{C0382007-FAB9-47D5-B5F6-5FCE264C18AC}" dt="2024-08-23T14:12:42.534" v="593" actId="478"/>
          <ac:spMkLst>
            <pc:docMk/>
            <pc:sldMk cId="0" sldId="261"/>
            <ac:spMk id="3" creationId="{4AED0DC3-B799-BFD4-3F1A-5306177F4857}"/>
          </ac:spMkLst>
        </pc:spChg>
        <pc:spChg chg="add del mod">
          <ac:chgData name="Ksheeraja Manaswini" userId="d1f3ec3f6592a3f5" providerId="LiveId" clId="{C0382007-FAB9-47D5-B5F6-5FCE264C18AC}" dt="2024-08-23T14:12:42.534" v="593" actId="478"/>
          <ac:spMkLst>
            <pc:docMk/>
            <pc:sldMk cId="0" sldId="261"/>
            <ac:spMk id="5" creationId="{F1E8E8BF-E218-D3E7-3C4F-50A34AED0AD6}"/>
          </ac:spMkLst>
        </pc:spChg>
        <pc:spChg chg="add del mod">
          <ac:chgData name="Ksheeraja Manaswini" userId="d1f3ec3f6592a3f5" providerId="LiveId" clId="{C0382007-FAB9-47D5-B5F6-5FCE264C18AC}" dt="2024-08-23T14:12:45.064" v="595" actId="478"/>
          <ac:spMkLst>
            <pc:docMk/>
            <pc:sldMk cId="0" sldId="261"/>
            <ac:spMk id="330" creationId="{00000000-0000-0000-0000-000000000000}"/>
          </ac:spMkLst>
        </pc:spChg>
        <pc:spChg chg="add del mod">
          <ac:chgData name="Ksheeraja Manaswini" userId="d1f3ec3f6592a3f5" providerId="LiveId" clId="{C0382007-FAB9-47D5-B5F6-5FCE264C18AC}" dt="2024-08-23T14:18:57.824" v="659" actId="207"/>
          <ac:spMkLst>
            <pc:docMk/>
            <pc:sldMk cId="0" sldId="261"/>
            <ac:spMk id="331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18:04.562" v="654" actId="1076"/>
          <ac:spMkLst>
            <pc:docMk/>
            <pc:sldMk cId="0" sldId="261"/>
            <ac:spMk id="333" creationId="{00000000-0000-0000-0000-000000000000}"/>
          </ac:spMkLst>
        </pc:spChg>
        <pc:spChg chg="add del mod">
          <ac:chgData name="Ksheeraja Manaswini" userId="d1f3ec3f6592a3f5" providerId="LiveId" clId="{C0382007-FAB9-47D5-B5F6-5FCE264C18AC}" dt="2024-08-23T14:18:30.852" v="657" actId="1076"/>
          <ac:spMkLst>
            <pc:docMk/>
            <pc:sldMk cId="0" sldId="261"/>
            <ac:spMk id="334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17:58.804" v="653" actId="1076"/>
          <ac:spMkLst>
            <pc:docMk/>
            <pc:sldMk cId="0" sldId="261"/>
            <ac:spMk id="335" creationId="{00000000-0000-0000-0000-000000000000}"/>
          </ac:spMkLst>
        </pc:spChg>
        <pc:grpChg chg="del mod">
          <ac:chgData name="Ksheeraja Manaswini" userId="d1f3ec3f6592a3f5" providerId="LiveId" clId="{C0382007-FAB9-47D5-B5F6-5FCE264C18AC}" dt="2024-08-23T14:12:44.024" v="594" actId="478"/>
          <ac:grpSpMkLst>
            <pc:docMk/>
            <pc:sldMk cId="0" sldId="261"/>
            <ac:grpSpMk id="337" creationId="{00000000-0000-0000-0000-000000000000}"/>
          </ac:grpSpMkLst>
        </pc:grpChg>
      </pc:sldChg>
      <pc:sldChg chg="addSp delSp modSp mod ord modAnim modNotes">
        <pc:chgData name="Ksheeraja Manaswini" userId="d1f3ec3f6592a3f5" providerId="LiveId" clId="{C0382007-FAB9-47D5-B5F6-5FCE264C18AC}" dt="2024-08-23T16:44:29.286" v="3781"/>
        <pc:sldMkLst>
          <pc:docMk/>
          <pc:sldMk cId="0" sldId="262"/>
        </pc:sldMkLst>
        <pc:spChg chg="add mod">
          <ac:chgData name="Ksheeraja Manaswini" userId="d1f3ec3f6592a3f5" providerId="LiveId" clId="{C0382007-FAB9-47D5-B5F6-5FCE264C18AC}" dt="2024-08-23T14:41:03.525" v="1081"/>
          <ac:spMkLst>
            <pc:docMk/>
            <pc:sldMk cId="0" sldId="262"/>
            <ac:spMk id="2" creationId="{1769C63C-4CDD-767D-9133-9B48A402F1DA}"/>
          </ac:spMkLst>
        </pc:spChg>
        <pc:spChg chg="mod">
          <ac:chgData name="Ksheeraja Manaswini" userId="d1f3ec3f6592a3f5" providerId="LiveId" clId="{C0382007-FAB9-47D5-B5F6-5FCE264C18AC}" dt="2024-08-23T13:59:55.565" v="299" actId="20577"/>
          <ac:spMkLst>
            <pc:docMk/>
            <pc:sldMk cId="0" sldId="262"/>
            <ac:spMk id="347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00:09.364" v="327" actId="20577"/>
          <ac:spMkLst>
            <pc:docMk/>
            <pc:sldMk cId="0" sldId="262"/>
            <ac:spMk id="348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03:16.414" v="370" actId="20577"/>
          <ac:spMkLst>
            <pc:docMk/>
            <pc:sldMk cId="0" sldId="262"/>
            <ac:spMk id="349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02:39.025" v="347" actId="20577"/>
          <ac:spMkLst>
            <pc:docMk/>
            <pc:sldMk cId="0" sldId="262"/>
            <ac:spMk id="35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04:58.434" v="409" actId="20577"/>
          <ac:spMkLst>
            <pc:docMk/>
            <pc:sldMk cId="0" sldId="262"/>
            <ac:spMk id="351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06:05.983" v="414" actId="20577"/>
          <ac:spMkLst>
            <pc:docMk/>
            <pc:sldMk cId="0" sldId="262"/>
            <ac:spMk id="352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03:29.934" v="397" actId="20577"/>
          <ac:spMkLst>
            <pc:docMk/>
            <pc:sldMk cId="0" sldId="262"/>
            <ac:spMk id="353" creationId="{00000000-0000-0000-0000-000000000000}"/>
          </ac:spMkLst>
        </pc:spChg>
        <pc:picChg chg="add del mod">
          <ac:chgData name="Ksheeraja Manaswini" userId="d1f3ec3f6592a3f5" providerId="LiveId" clId="{C0382007-FAB9-47D5-B5F6-5FCE264C18AC}" dt="2024-08-23T14:43:15.044" v="1103" actId="478"/>
          <ac:picMkLst>
            <pc:docMk/>
            <pc:sldMk cId="0" sldId="262"/>
            <ac:picMk id="4" creationId="{F2D46D23-CD83-EECA-E01D-2D958BC7185A}"/>
          </ac:picMkLst>
        </pc:picChg>
      </pc:sldChg>
      <pc:sldChg chg="del">
        <pc:chgData name="Ksheeraja Manaswini" userId="d1f3ec3f6592a3f5" providerId="LiveId" clId="{C0382007-FAB9-47D5-B5F6-5FCE264C18AC}" dt="2024-08-23T16:30:06.954" v="3405" actId="47"/>
        <pc:sldMkLst>
          <pc:docMk/>
          <pc:sldMk cId="0" sldId="263"/>
        </pc:sldMkLst>
      </pc:sldChg>
      <pc:sldChg chg="modSp del mod ord">
        <pc:chgData name="Ksheeraja Manaswini" userId="d1f3ec3f6592a3f5" providerId="LiveId" clId="{C0382007-FAB9-47D5-B5F6-5FCE264C18AC}" dt="2024-08-23T14:53:53.987" v="1396" actId="2696"/>
        <pc:sldMkLst>
          <pc:docMk/>
          <pc:sldMk cId="0" sldId="264"/>
        </pc:sldMkLst>
        <pc:spChg chg="mod">
          <ac:chgData name="Ksheeraja Manaswini" userId="d1f3ec3f6592a3f5" providerId="LiveId" clId="{C0382007-FAB9-47D5-B5F6-5FCE264C18AC}" dt="2024-08-23T14:53:37.694" v="1373" actId="20577"/>
          <ac:spMkLst>
            <pc:docMk/>
            <pc:sldMk cId="0" sldId="264"/>
            <ac:spMk id="371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53:47.142" v="1395" actId="20577"/>
          <ac:spMkLst>
            <pc:docMk/>
            <pc:sldMk cId="0" sldId="264"/>
            <ac:spMk id="376" creationId="{00000000-0000-0000-0000-000000000000}"/>
          </ac:spMkLst>
        </pc:spChg>
      </pc:sldChg>
      <pc:sldChg chg="del ord">
        <pc:chgData name="Ksheeraja Manaswini" userId="d1f3ec3f6592a3f5" providerId="LiveId" clId="{C0382007-FAB9-47D5-B5F6-5FCE264C18AC}" dt="2024-08-23T16:30:07.761" v="3406" actId="47"/>
        <pc:sldMkLst>
          <pc:docMk/>
          <pc:sldMk cId="0" sldId="265"/>
        </pc:sldMkLst>
      </pc:sldChg>
      <pc:sldChg chg="modSp mod ord modAnim">
        <pc:chgData name="Ksheeraja Manaswini" userId="d1f3ec3f6592a3f5" providerId="LiveId" clId="{C0382007-FAB9-47D5-B5F6-5FCE264C18AC}" dt="2024-08-23T16:43:58.437" v="3773"/>
        <pc:sldMkLst>
          <pc:docMk/>
          <pc:sldMk cId="0" sldId="266"/>
        </pc:sldMkLst>
        <pc:spChg chg="mod">
          <ac:chgData name="Ksheeraja Manaswini" userId="d1f3ec3f6592a3f5" providerId="LiveId" clId="{C0382007-FAB9-47D5-B5F6-5FCE264C18AC}" dt="2024-08-23T16:14:48.043" v="2984" actId="20577"/>
          <ac:spMkLst>
            <pc:docMk/>
            <pc:sldMk cId="0" sldId="266"/>
            <ac:spMk id="411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6:14:30.175" v="2912" actId="20577"/>
          <ac:spMkLst>
            <pc:docMk/>
            <pc:sldMk cId="0" sldId="266"/>
            <ac:spMk id="412" creationId="{00000000-0000-0000-0000-000000000000}"/>
          </ac:spMkLst>
        </pc:spChg>
      </pc:sldChg>
      <pc:sldChg chg="del">
        <pc:chgData name="Ksheeraja Manaswini" userId="d1f3ec3f6592a3f5" providerId="LiveId" clId="{C0382007-FAB9-47D5-B5F6-5FCE264C18AC}" dt="2024-08-23T16:30:08.840" v="3407" actId="47"/>
        <pc:sldMkLst>
          <pc:docMk/>
          <pc:sldMk cId="0" sldId="267"/>
        </pc:sldMkLst>
      </pc:sldChg>
      <pc:sldChg chg="del">
        <pc:chgData name="Ksheeraja Manaswini" userId="d1f3ec3f6592a3f5" providerId="LiveId" clId="{C0382007-FAB9-47D5-B5F6-5FCE264C18AC}" dt="2024-08-23T16:30:09.704" v="3408" actId="47"/>
        <pc:sldMkLst>
          <pc:docMk/>
          <pc:sldMk cId="0" sldId="268"/>
        </pc:sldMkLst>
      </pc:sldChg>
      <pc:sldChg chg="addSp delSp modSp mod ord modAnim modNotes">
        <pc:chgData name="Ksheeraja Manaswini" userId="d1f3ec3f6592a3f5" providerId="LiveId" clId="{C0382007-FAB9-47D5-B5F6-5FCE264C18AC}" dt="2024-08-23T16:43:17.559" v="3763"/>
        <pc:sldMkLst>
          <pc:docMk/>
          <pc:sldMk cId="0" sldId="269"/>
        </pc:sldMkLst>
        <pc:spChg chg="add mod">
          <ac:chgData name="Ksheeraja Manaswini" userId="d1f3ec3f6592a3f5" providerId="LiveId" clId="{C0382007-FAB9-47D5-B5F6-5FCE264C18AC}" dt="2024-08-23T14:40:27.912" v="1072"/>
          <ac:spMkLst>
            <pc:docMk/>
            <pc:sldMk cId="0" sldId="269"/>
            <ac:spMk id="10" creationId="{31B5AAD1-FB06-E543-976C-C8AA53836613}"/>
          </ac:spMkLst>
        </pc:spChg>
        <pc:spChg chg="mod">
          <ac:chgData name="Ksheeraja Manaswini" userId="d1f3ec3f6592a3f5" providerId="LiveId" clId="{C0382007-FAB9-47D5-B5F6-5FCE264C18AC}" dt="2024-08-23T14:07:30.775" v="443" actId="14100"/>
          <ac:spMkLst>
            <pc:docMk/>
            <pc:sldMk cId="0" sldId="269"/>
            <ac:spMk id="433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10:05.529" v="579" actId="14838"/>
          <ac:spMkLst>
            <pc:docMk/>
            <pc:sldMk cId="0" sldId="269"/>
            <ac:spMk id="434" creationId="{00000000-0000-0000-0000-000000000000}"/>
          </ac:spMkLst>
        </pc:spChg>
        <pc:spChg chg="add del">
          <ac:chgData name="Ksheeraja Manaswini" userId="d1f3ec3f6592a3f5" providerId="LiveId" clId="{C0382007-FAB9-47D5-B5F6-5FCE264C18AC}" dt="2024-08-23T14:20:19.273" v="685" actId="478"/>
          <ac:spMkLst>
            <pc:docMk/>
            <pc:sldMk cId="0" sldId="269"/>
            <ac:spMk id="435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3:59:01.250" v="281" actId="1076"/>
          <ac:spMkLst>
            <pc:docMk/>
            <pc:sldMk cId="0" sldId="269"/>
            <ac:spMk id="44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3:59:04.902" v="282" actId="1076"/>
          <ac:spMkLst>
            <pc:docMk/>
            <pc:sldMk cId="0" sldId="269"/>
            <ac:spMk id="441" creationId="{00000000-0000-0000-0000-000000000000}"/>
          </ac:spMkLst>
        </pc:spChg>
        <pc:grpChg chg="add del mod ord">
          <ac:chgData name="Ksheeraja Manaswini" userId="d1f3ec3f6592a3f5" providerId="LiveId" clId="{C0382007-FAB9-47D5-B5F6-5FCE264C18AC}" dt="2024-08-23T14:20:14.383" v="683" actId="171"/>
          <ac:grpSpMkLst>
            <pc:docMk/>
            <pc:sldMk cId="0" sldId="269"/>
            <ac:grpSpMk id="436" creationId="{00000000-0000-0000-0000-000000000000}"/>
          </ac:grpSpMkLst>
        </pc:grpChg>
        <pc:picChg chg="add del mod">
          <ac:chgData name="Ksheeraja Manaswini" userId="d1f3ec3f6592a3f5" providerId="LiveId" clId="{C0382007-FAB9-47D5-B5F6-5FCE264C18AC}" dt="2024-08-23T14:15:24.824" v="634" actId="478"/>
          <ac:picMkLst>
            <pc:docMk/>
            <pc:sldMk cId="0" sldId="269"/>
            <ac:picMk id="3" creationId="{47F34383-CC2E-6F89-17EF-5BBA7E91499D}"/>
          </ac:picMkLst>
        </pc:picChg>
        <pc:picChg chg="add del mod">
          <ac:chgData name="Ksheeraja Manaswini" userId="d1f3ec3f6592a3f5" providerId="LiveId" clId="{C0382007-FAB9-47D5-B5F6-5FCE264C18AC}" dt="2024-08-23T14:16:21.703" v="644" actId="478"/>
          <ac:picMkLst>
            <pc:docMk/>
            <pc:sldMk cId="0" sldId="269"/>
            <ac:picMk id="5" creationId="{639A570E-88E3-D50B-3FD0-AAB647A94F0E}"/>
          </ac:picMkLst>
        </pc:picChg>
        <pc:picChg chg="add del mod">
          <ac:chgData name="Ksheeraja Manaswini" userId="d1f3ec3f6592a3f5" providerId="LiveId" clId="{C0382007-FAB9-47D5-B5F6-5FCE264C18AC}" dt="2024-08-23T14:19:11.382" v="660" actId="478"/>
          <ac:picMkLst>
            <pc:docMk/>
            <pc:sldMk cId="0" sldId="269"/>
            <ac:picMk id="7" creationId="{BA61C07A-24F2-43C5-D299-DCD77E0D6011}"/>
          </ac:picMkLst>
        </pc:picChg>
        <pc:picChg chg="add mod">
          <ac:chgData name="Ksheeraja Manaswini" userId="d1f3ec3f6592a3f5" providerId="LiveId" clId="{C0382007-FAB9-47D5-B5F6-5FCE264C18AC}" dt="2024-08-23T14:20:23.214" v="686" actId="1076"/>
          <ac:picMkLst>
            <pc:docMk/>
            <pc:sldMk cId="0" sldId="269"/>
            <ac:picMk id="9" creationId="{75226029-2A0F-99C0-E04B-093E72029496}"/>
          </ac:picMkLst>
        </pc:picChg>
        <pc:picChg chg="del">
          <ac:chgData name="Ksheeraja Manaswini" userId="d1f3ec3f6592a3f5" providerId="LiveId" clId="{C0382007-FAB9-47D5-B5F6-5FCE264C18AC}" dt="2024-08-23T14:10:13.958" v="580" actId="478"/>
          <ac:picMkLst>
            <pc:docMk/>
            <pc:sldMk cId="0" sldId="269"/>
            <ac:picMk id="439" creationId="{00000000-0000-0000-0000-000000000000}"/>
          </ac:picMkLst>
        </pc:picChg>
      </pc:sldChg>
      <pc:sldChg chg="del">
        <pc:chgData name="Ksheeraja Manaswini" userId="d1f3ec3f6592a3f5" providerId="LiveId" clId="{C0382007-FAB9-47D5-B5F6-5FCE264C18AC}" dt="2024-08-23T16:30:10.971" v="3409" actId="47"/>
        <pc:sldMkLst>
          <pc:docMk/>
          <pc:sldMk cId="0" sldId="270"/>
        </pc:sldMkLst>
      </pc:sldChg>
      <pc:sldChg chg="addSp delSp modSp mod ord">
        <pc:chgData name="Ksheeraja Manaswini" userId="d1f3ec3f6592a3f5" providerId="LiveId" clId="{C0382007-FAB9-47D5-B5F6-5FCE264C18AC}" dt="2024-08-23T16:41:15.586" v="3742" actId="20577"/>
        <pc:sldMkLst>
          <pc:docMk/>
          <pc:sldMk cId="0" sldId="271"/>
        </pc:sldMkLst>
        <pc:spChg chg="add mod">
          <ac:chgData name="Ksheeraja Manaswini" userId="d1f3ec3f6592a3f5" providerId="LiveId" clId="{C0382007-FAB9-47D5-B5F6-5FCE264C18AC}" dt="2024-08-23T16:35:51.065" v="3668" actId="767"/>
          <ac:spMkLst>
            <pc:docMk/>
            <pc:sldMk cId="0" sldId="271"/>
            <ac:spMk id="2" creationId="{BDCBEAC5-FCA5-A0FC-4994-7670FC83A5D0}"/>
          </ac:spMkLst>
        </pc:spChg>
        <pc:graphicFrameChg chg="add del mod modGraphic">
          <ac:chgData name="Ksheeraja Manaswini" userId="d1f3ec3f6592a3f5" providerId="LiveId" clId="{C0382007-FAB9-47D5-B5F6-5FCE264C18AC}" dt="2024-08-23T16:41:15.586" v="3742" actId="20577"/>
          <ac:graphicFrameMkLst>
            <pc:docMk/>
            <pc:sldMk cId="0" sldId="271"/>
            <ac:graphicFrameMk id="475" creationId="{00000000-0000-0000-0000-000000000000}"/>
          </ac:graphicFrameMkLst>
        </pc:graphicFrameChg>
      </pc:sldChg>
      <pc:sldChg chg="del">
        <pc:chgData name="Ksheeraja Manaswini" userId="d1f3ec3f6592a3f5" providerId="LiveId" clId="{C0382007-FAB9-47D5-B5F6-5FCE264C18AC}" dt="2024-08-23T16:30:17.255" v="3412" actId="47"/>
        <pc:sldMkLst>
          <pc:docMk/>
          <pc:sldMk cId="0" sldId="272"/>
        </pc:sldMkLst>
      </pc:sldChg>
      <pc:sldChg chg="del">
        <pc:chgData name="Ksheeraja Manaswini" userId="d1f3ec3f6592a3f5" providerId="LiveId" clId="{C0382007-FAB9-47D5-B5F6-5FCE264C18AC}" dt="2024-08-23T16:30:18.506" v="3413" actId="47"/>
        <pc:sldMkLst>
          <pc:docMk/>
          <pc:sldMk cId="0" sldId="273"/>
        </pc:sldMkLst>
      </pc:sldChg>
      <pc:sldChg chg="del">
        <pc:chgData name="Ksheeraja Manaswini" userId="d1f3ec3f6592a3f5" providerId="LiveId" clId="{C0382007-FAB9-47D5-B5F6-5FCE264C18AC}" dt="2024-08-23T16:30:20.205" v="3414" actId="47"/>
        <pc:sldMkLst>
          <pc:docMk/>
          <pc:sldMk cId="0" sldId="274"/>
        </pc:sldMkLst>
      </pc:sldChg>
      <pc:sldChg chg="addSp delSp modSp mod ord modAnim">
        <pc:chgData name="Ksheeraja Manaswini" userId="d1f3ec3f6592a3f5" providerId="LiveId" clId="{C0382007-FAB9-47D5-B5F6-5FCE264C18AC}" dt="2024-08-23T16:49:16.145" v="3817"/>
        <pc:sldMkLst>
          <pc:docMk/>
          <pc:sldMk cId="0" sldId="275"/>
        </pc:sldMkLst>
        <pc:spChg chg="add mod">
          <ac:chgData name="Ksheeraja Manaswini" userId="d1f3ec3f6592a3f5" providerId="LiveId" clId="{C0382007-FAB9-47D5-B5F6-5FCE264C18AC}" dt="2024-08-23T16:29:57.418" v="3401" actId="20577"/>
          <ac:spMkLst>
            <pc:docMk/>
            <pc:sldMk cId="0" sldId="275"/>
            <ac:spMk id="2" creationId="{620C142D-9C51-BC9E-7AC9-CE9314560280}"/>
          </ac:spMkLst>
        </pc:spChg>
        <pc:spChg chg="add mod">
          <ac:chgData name="Ksheeraja Manaswini" userId="d1f3ec3f6592a3f5" providerId="LiveId" clId="{C0382007-FAB9-47D5-B5F6-5FCE264C18AC}" dt="2024-08-23T16:49:16.145" v="3817"/>
          <ac:spMkLst>
            <pc:docMk/>
            <pc:sldMk cId="0" sldId="275"/>
            <ac:spMk id="3" creationId="{D2E9BCBD-4942-D7F3-D296-B7321390745E}"/>
          </ac:spMkLst>
        </pc:spChg>
        <pc:spChg chg="mod">
          <ac:chgData name="Ksheeraja Manaswini" userId="d1f3ec3f6592a3f5" providerId="LiveId" clId="{C0382007-FAB9-47D5-B5F6-5FCE264C18AC}" dt="2024-08-23T16:41:26.670" v="3744" actId="20577"/>
          <ac:spMkLst>
            <pc:docMk/>
            <pc:sldMk cId="0" sldId="275"/>
            <ac:spMk id="522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8:01.281" v="3382" actId="478"/>
          <ac:spMkLst>
            <pc:docMk/>
            <pc:sldMk cId="0" sldId="275"/>
            <ac:spMk id="523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24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25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26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27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28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29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30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31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32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6:27:58.022" v="3381" actId="478"/>
          <ac:spMkLst>
            <pc:docMk/>
            <pc:sldMk cId="0" sldId="275"/>
            <ac:spMk id="533" creationId="{00000000-0000-0000-0000-000000000000}"/>
          </ac:spMkLst>
        </pc:spChg>
      </pc:sldChg>
      <pc:sldChg chg="del">
        <pc:chgData name="Ksheeraja Manaswini" userId="d1f3ec3f6592a3f5" providerId="LiveId" clId="{C0382007-FAB9-47D5-B5F6-5FCE264C18AC}" dt="2024-08-23T16:30:20.983" v="3415" actId="47"/>
        <pc:sldMkLst>
          <pc:docMk/>
          <pc:sldMk cId="0" sldId="276"/>
        </pc:sldMkLst>
      </pc:sldChg>
      <pc:sldChg chg="del">
        <pc:chgData name="Ksheeraja Manaswini" userId="d1f3ec3f6592a3f5" providerId="LiveId" clId="{C0382007-FAB9-47D5-B5F6-5FCE264C18AC}" dt="2024-08-23T16:30:22.535" v="3416" actId="47"/>
        <pc:sldMkLst>
          <pc:docMk/>
          <pc:sldMk cId="0" sldId="277"/>
        </pc:sldMkLst>
      </pc:sldChg>
      <pc:sldChg chg="del">
        <pc:chgData name="Ksheeraja Manaswini" userId="d1f3ec3f6592a3f5" providerId="LiveId" clId="{C0382007-FAB9-47D5-B5F6-5FCE264C18AC}" dt="2024-08-23T16:30:23.415" v="3417" actId="47"/>
        <pc:sldMkLst>
          <pc:docMk/>
          <pc:sldMk cId="0" sldId="278"/>
        </pc:sldMkLst>
      </pc:sldChg>
      <pc:sldChg chg="del">
        <pc:chgData name="Ksheeraja Manaswini" userId="d1f3ec3f6592a3f5" providerId="LiveId" clId="{C0382007-FAB9-47D5-B5F6-5FCE264C18AC}" dt="2024-08-23T16:30:24.262" v="3418" actId="47"/>
        <pc:sldMkLst>
          <pc:docMk/>
          <pc:sldMk cId="0" sldId="279"/>
        </pc:sldMkLst>
      </pc:sldChg>
      <pc:sldChg chg="del">
        <pc:chgData name="Ksheeraja Manaswini" userId="d1f3ec3f6592a3f5" providerId="LiveId" clId="{C0382007-FAB9-47D5-B5F6-5FCE264C18AC}" dt="2024-08-23T16:30:26.075" v="3419" actId="47"/>
        <pc:sldMkLst>
          <pc:docMk/>
          <pc:sldMk cId="0" sldId="280"/>
        </pc:sldMkLst>
      </pc:sldChg>
      <pc:sldChg chg="del">
        <pc:chgData name="Ksheeraja Manaswini" userId="d1f3ec3f6592a3f5" providerId="LiveId" clId="{C0382007-FAB9-47D5-B5F6-5FCE264C18AC}" dt="2024-08-23T16:30:26.805" v="3420" actId="47"/>
        <pc:sldMkLst>
          <pc:docMk/>
          <pc:sldMk cId="0" sldId="281"/>
        </pc:sldMkLst>
      </pc:sldChg>
      <pc:sldChg chg="del">
        <pc:chgData name="Ksheeraja Manaswini" userId="d1f3ec3f6592a3f5" providerId="LiveId" clId="{C0382007-FAB9-47D5-B5F6-5FCE264C18AC}" dt="2024-08-23T16:30:27.637" v="3421" actId="47"/>
        <pc:sldMkLst>
          <pc:docMk/>
          <pc:sldMk cId="0" sldId="282"/>
        </pc:sldMkLst>
      </pc:sldChg>
      <pc:sldChg chg="del">
        <pc:chgData name="Ksheeraja Manaswini" userId="d1f3ec3f6592a3f5" providerId="LiveId" clId="{C0382007-FAB9-47D5-B5F6-5FCE264C18AC}" dt="2024-08-23T16:30:28.840" v="3422" actId="47"/>
        <pc:sldMkLst>
          <pc:docMk/>
          <pc:sldMk cId="0" sldId="283"/>
        </pc:sldMkLst>
      </pc:sldChg>
      <pc:sldChg chg="del">
        <pc:chgData name="Ksheeraja Manaswini" userId="d1f3ec3f6592a3f5" providerId="LiveId" clId="{C0382007-FAB9-47D5-B5F6-5FCE264C18AC}" dt="2024-08-23T16:30:29.263" v="3423" actId="47"/>
        <pc:sldMkLst>
          <pc:docMk/>
          <pc:sldMk cId="0" sldId="284"/>
        </pc:sldMkLst>
      </pc:sldChg>
      <pc:sldChg chg="del">
        <pc:chgData name="Ksheeraja Manaswini" userId="d1f3ec3f6592a3f5" providerId="LiveId" clId="{C0382007-FAB9-47D5-B5F6-5FCE264C18AC}" dt="2024-08-23T16:30:29.700" v="3424" actId="47"/>
        <pc:sldMkLst>
          <pc:docMk/>
          <pc:sldMk cId="0" sldId="285"/>
        </pc:sldMkLst>
      </pc:sldChg>
      <pc:sldChg chg="del">
        <pc:chgData name="Ksheeraja Manaswini" userId="d1f3ec3f6592a3f5" providerId="LiveId" clId="{C0382007-FAB9-47D5-B5F6-5FCE264C18AC}" dt="2024-08-23T16:30:30.215" v="3425" actId="47"/>
        <pc:sldMkLst>
          <pc:docMk/>
          <pc:sldMk cId="0" sldId="286"/>
        </pc:sldMkLst>
      </pc:sldChg>
      <pc:sldChg chg="del">
        <pc:chgData name="Ksheeraja Manaswini" userId="d1f3ec3f6592a3f5" providerId="LiveId" clId="{C0382007-FAB9-47D5-B5F6-5FCE264C18AC}" dt="2024-08-23T16:30:30.759" v="3426" actId="47"/>
        <pc:sldMkLst>
          <pc:docMk/>
          <pc:sldMk cId="0" sldId="287"/>
        </pc:sldMkLst>
      </pc:sldChg>
      <pc:sldChg chg="del">
        <pc:chgData name="Ksheeraja Manaswini" userId="d1f3ec3f6592a3f5" providerId="LiveId" clId="{C0382007-FAB9-47D5-B5F6-5FCE264C18AC}" dt="2024-08-23T16:30:31.240" v="3427" actId="47"/>
        <pc:sldMkLst>
          <pc:docMk/>
          <pc:sldMk cId="0" sldId="288"/>
        </pc:sldMkLst>
      </pc:sldChg>
      <pc:sldChg chg="del">
        <pc:chgData name="Ksheeraja Manaswini" userId="d1f3ec3f6592a3f5" providerId="LiveId" clId="{C0382007-FAB9-47D5-B5F6-5FCE264C18AC}" dt="2024-08-23T16:30:31.656" v="3428" actId="47"/>
        <pc:sldMkLst>
          <pc:docMk/>
          <pc:sldMk cId="0" sldId="289"/>
        </pc:sldMkLst>
      </pc:sldChg>
      <pc:sldChg chg="del">
        <pc:chgData name="Ksheeraja Manaswini" userId="d1f3ec3f6592a3f5" providerId="LiveId" clId="{C0382007-FAB9-47D5-B5F6-5FCE264C18AC}" dt="2024-08-23T16:30:32.270" v="3429" actId="47"/>
        <pc:sldMkLst>
          <pc:docMk/>
          <pc:sldMk cId="0" sldId="290"/>
        </pc:sldMkLst>
      </pc:sldChg>
      <pc:sldChg chg="del">
        <pc:chgData name="Ksheeraja Manaswini" userId="d1f3ec3f6592a3f5" providerId="LiveId" clId="{C0382007-FAB9-47D5-B5F6-5FCE264C18AC}" dt="2024-08-23T16:30:32.793" v="3430" actId="47"/>
        <pc:sldMkLst>
          <pc:docMk/>
          <pc:sldMk cId="0" sldId="291"/>
        </pc:sldMkLst>
      </pc:sldChg>
      <pc:sldChg chg="del">
        <pc:chgData name="Ksheeraja Manaswini" userId="d1f3ec3f6592a3f5" providerId="LiveId" clId="{C0382007-FAB9-47D5-B5F6-5FCE264C18AC}" dt="2024-08-23T16:30:33.267" v="3431" actId="47"/>
        <pc:sldMkLst>
          <pc:docMk/>
          <pc:sldMk cId="0" sldId="292"/>
        </pc:sldMkLst>
      </pc:sldChg>
      <pc:sldChg chg="del">
        <pc:chgData name="Ksheeraja Manaswini" userId="d1f3ec3f6592a3f5" providerId="LiveId" clId="{C0382007-FAB9-47D5-B5F6-5FCE264C18AC}" dt="2024-08-23T16:30:33.701" v="3432" actId="47"/>
        <pc:sldMkLst>
          <pc:docMk/>
          <pc:sldMk cId="0" sldId="293"/>
        </pc:sldMkLst>
      </pc:sldChg>
      <pc:sldChg chg="del">
        <pc:chgData name="Ksheeraja Manaswini" userId="d1f3ec3f6592a3f5" providerId="LiveId" clId="{C0382007-FAB9-47D5-B5F6-5FCE264C18AC}" dt="2024-08-23T16:30:34.113" v="3433" actId="47"/>
        <pc:sldMkLst>
          <pc:docMk/>
          <pc:sldMk cId="0" sldId="294"/>
        </pc:sldMkLst>
      </pc:sldChg>
      <pc:sldChg chg="del">
        <pc:chgData name="Ksheeraja Manaswini" userId="d1f3ec3f6592a3f5" providerId="LiveId" clId="{C0382007-FAB9-47D5-B5F6-5FCE264C18AC}" dt="2024-08-23T16:30:34.750" v="3434" actId="47"/>
        <pc:sldMkLst>
          <pc:docMk/>
          <pc:sldMk cId="0" sldId="295"/>
        </pc:sldMkLst>
      </pc:sldChg>
      <pc:sldChg chg="addSp delSp modSp add mod modAnim">
        <pc:chgData name="Ksheeraja Manaswini" userId="d1f3ec3f6592a3f5" providerId="LiveId" clId="{C0382007-FAB9-47D5-B5F6-5FCE264C18AC}" dt="2024-08-23T16:48:20.601" v="3807"/>
        <pc:sldMkLst>
          <pc:docMk/>
          <pc:sldMk cId="2699644217" sldId="296"/>
        </pc:sldMkLst>
        <pc:spChg chg="add mod">
          <ac:chgData name="Ksheeraja Manaswini" userId="d1f3ec3f6592a3f5" providerId="LiveId" clId="{C0382007-FAB9-47D5-B5F6-5FCE264C18AC}" dt="2024-08-23T16:48:20.601" v="3807"/>
          <ac:spMkLst>
            <pc:docMk/>
            <pc:sldMk cId="2699644217" sldId="296"/>
            <ac:spMk id="4" creationId="{B42B29AF-8125-BFBC-9111-42DBF26F4122}"/>
          </ac:spMkLst>
        </pc:spChg>
        <pc:spChg chg="mod">
          <ac:chgData name="Ksheeraja Manaswini" userId="d1f3ec3f6592a3f5" providerId="LiveId" clId="{C0382007-FAB9-47D5-B5F6-5FCE264C18AC}" dt="2024-08-23T16:05:11.637" v="2580" actId="1076"/>
          <ac:spMkLst>
            <pc:docMk/>
            <pc:sldMk cId="2699644217" sldId="296"/>
            <ac:spMk id="433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6:09:26.068" v="2769" actId="20577"/>
          <ac:spMkLst>
            <pc:docMk/>
            <pc:sldMk cId="2699644217" sldId="296"/>
            <ac:spMk id="434" creationId="{00000000-0000-0000-0000-000000000000}"/>
          </ac:spMkLst>
        </pc:spChg>
        <pc:spChg chg="del">
          <ac:chgData name="Ksheeraja Manaswini" userId="d1f3ec3f6592a3f5" providerId="LiveId" clId="{C0382007-FAB9-47D5-B5F6-5FCE264C18AC}" dt="2024-08-23T15:57:37.445" v="1717" actId="478"/>
          <ac:spMkLst>
            <pc:docMk/>
            <pc:sldMk cId="2699644217" sldId="296"/>
            <ac:spMk id="435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6:05:19.385" v="2581" actId="1076"/>
          <ac:spMkLst>
            <pc:docMk/>
            <pc:sldMk cId="2699644217" sldId="296"/>
            <ac:spMk id="44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6:05:19.385" v="2581" actId="1076"/>
          <ac:spMkLst>
            <pc:docMk/>
            <pc:sldMk cId="2699644217" sldId="296"/>
            <ac:spMk id="441" creationId="{00000000-0000-0000-0000-000000000000}"/>
          </ac:spMkLst>
        </pc:spChg>
        <pc:grpChg chg="del">
          <ac:chgData name="Ksheeraja Manaswini" userId="d1f3ec3f6592a3f5" providerId="LiveId" clId="{C0382007-FAB9-47D5-B5F6-5FCE264C18AC}" dt="2024-08-23T15:57:36.157" v="1716" actId="478"/>
          <ac:grpSpMkLst>
            <pc:docMk/>
            <pc:sldMk cId="2699644217" sldId="296"/>
            <ac:grpSpMk id="436" creationId="{00000000-0000-0000-0000-000000000000}"/>
          </ac:grpSpMkLst>
        </pc:grpChg>
        <pc:picChg chg="add mod">
          <ac:chgData name="Ksheeraja Manaswini" userId="d1f3ec3f6592a3f5" providerId="LiveId" clId="{C0382007-FAB9-47D5-B5F6-5FCE264C18AC}" dt="2024-08-23T15:59:18.664" v="1877" actId="1076"/>
          <ac:picMkLst>
            <pc:docMk/>
            <pc:sldMk cId="2699644217" sldId="296"/>
            <ac:picMk id="3" creationId="{C0CA09F4-4160-D53F-D5C4-01EB2130EE6D}"/>
          </ac:picMkLst>
        </pc:picChg>
        <pc:picChg chg="add del">
          <ac:chgData name="Ksheeraja Manaswini" userId="d1f3ec3f6592a3f5" providerId="LiveId" clId="{C0382007-FAB9-47D5-B5F6-5FCE264C18AC}" dt="2024-08-23T15:57:34.386" v="1715" actId="478"/>
          <ac:picMkLst>
            <pc:docMk/>
            <pc:sldMk cId="2699644217" sldId="296"/>
            <ac:picMk id="439" creationId="{00000000-0000-0000-0000-000000000000}"/>
          </ac:picMkLst>
        </pc:picChg>
      </pc:sldChg>
      <pc:sldChg chg="add del">
        <pc:chgData name="Ksheeraja Manaswini" userId="d1f3ec3f6592a3f5" providerId="LiveId" clId="{C0382007-FAB9-47D5-B5F6-5FCE264C18AC}" dt="2024-08-23T16:30:05.195" v="3404" actId="47"/>
        <pc:sldMkLst>
          <pc:docMk/>
          <pc:sldMk cId="293371776" sldId="297"/>
        </pc:sldMkLst>
      </pc:sldChg>
      <pc:sldChg chg="addSp delSp modSp add del mod ord modClrScheme chgLayout">
        <pc:chgData name="Ksheeraja Manaswini" userId="d1f3ec3f6592a3f5" providerId="LiveId" clId="{C0382007-FAB9-47D5-B5F6-5FCE264C18AC}" dt="2024-08-23T14:46:16.464" v="1229" actId="47"/>
        <pc:sldMkLst>
          <pc:docMk/>
          <pc:sldMk cId="3003340150" sldId="298"/>
        </pc:sldMkLst>
        <pc:spChg chg="add del mod ord">
          <ac:chgData name="Ksheeraja Manaswini" userId="d1f3ec3f6592a3f5" providerId="LiveId" clId="{C0382007-FAB9-47D5-B5F6-5FCE264C18AC}" dt="2024-08-23T14:46:01.400" v="1225" actId="478"/>
          <ac:spMkLst>
            <pc:docMk/>
            <pc:sldMk cId="3003340150" sldId="298"/>
            <ac:spMk id="2" creationId="{AC2C2EF4-8EE8-FCC8-0364-71ECC5AB8764}"/>
          </ac:spMkLst>
        </pc:spChg>
        <pc:spChg chg="add del mod ord">
          <ac:chgData name="Ksheeraja Manaswini" userId="d1f3ec3f6592a3f5" providerId="LiveId" clId="{C0382007-FAB9-47D5-B5F6-5FCE264C18AC}" dt="2024-08-23T14:27:55.957" v="847" actId="21"/>
          <ac:spMkLst>
            <pc:docMk/>
            <pc:sldMk cId="3003340150" sldId="298"/>
            <ac:spMk id="3" creationId="{C8C8331E-1E23-E383-29EE-39E43D9AA31B}"/>
          </ac:spMkLst>
        </pc:spChg>
        <pc:spChg chg="add del mod ord">
          <ac:chgData name="Ksheeraja Manaswini" userId="d1f3ec3f6592a3f5" providerId="LiveId" clId="{C0382007-FAB9-47D5-B5F6-5FCE264C18AC}" dt="2024-08-23T14:27:55.957" v="847" actId="21"/>
          <ac:spMkLst>
            <pc:docMk/>
            <pc:sldMk cId="3003340150" sldId="298"/>
            <ac:spMk id="5" creationId="{D05DCE5A-B459-6BF6-B152-01FF2B9A46D9}"/>
          </ac:spMkLst>
        </pc:spChg>
        <pc:spChg chg="add del mod ord">
          <ac:chgData name="Ksheeraja Manaswini" userId="d1f3ec3f6592a3f5" providerId="LiveId" clId="{C0382007-FAB9-47D5-B5F6-5FCE264C18AC}" dt="2024-08-23T14:43:39.803" v="1125" actId="20577"/>
          <ac:spMkLst>
            <pc:docMk/>
            <pc:sldMk cId="3003340150" sldId="298"/>
            <ac:spMk id="6" creationId="{87C307FE-4150-F3EB-A7AF-7FEF32877E73}"/>
          </ac:spMkLst>
        </pc:spChg>
        <pc:spChg chg="add del mod ord">
          <ac:chgData name="Ksheeraja Manaswini" userId="d1f3ec3f6592a3f5" providerId="LiveId" clId="{C0382007-FAB9-47D5-B5F6-5FCE264C18AC}" dt="2024-08-23T14:44:25.615" v="1205" actId="20577"/>
          <ac:spMkLst>
            <pc:docMk/>
            <pc:sldMk cId="3003340150" sldId="298"/>
            <ac:spMk id="7" creationId="{D1743D09-5675-B353-A7CF-1E7E23B2EA0D}"/>
          </ac:spMkLst>
        </pc:spChg>
        <pc:spChg chg="del">
          <ac:chgData name="Ksheeraja Manaswini" userId="d1f3ec3f6592a3f5" providerId="LiveId" clId="{C0382007-FAB9-47D5-B5F6-5FCE264C18AC}" dt="2024-08-23T14:25:46.974" v="815" actId="478"/>
          <ac:spMkLst>
            <pc:docMk/>
            <pc:sldMk cId="3003340150" sldId="298"/>
            <ac:spMk id="9" creationId="{C4939269-CE1B-E227-452B-1D823FDEE507}"/>
          </ac:spMkLst>
        </pc:spChg>
        <pc:spChg chg="add del mod ord">
          <ac:chgData name="Ksheeraja Manaswini" userId="d1f3ec3f6592a3f5" providerId="LiveId" clId="{C0382007-FAB9-47D5-B5F6-5FCE264C18AC}" dt="2024-08-23T14:44:36.433" v="1221" actId="20577"/>
          <ac:spMkLst>
            <pc:docMk/>
            <pc:sldMk cId="3003340150" sldId="298"/>
            <ac:spMk id="10" creationId="{3C08761C-5AE2-87AE-2806-42722DAD0121}"/>
          </ac:spMkLst>
        </pc:spChg>
        <pc:spChg chg="add mod">
          <ac:chgData name="Ksheeraja Manaswini" userId="d1f3ec3f6592a3f5" providerId="LiveId" clId="{C0382007-FAB9-47D5-B5F6-5FCE264C18AC}" dt="2024-08-23T14:26:17.032" v="821"/>
          <ac:spMkLst>
            <pc:docMk/>
            <pc:sldMk cId="3003340150" sldId="298"/>
            <ac:spMk id="11" creationId="{D23ACEC6-5772-E10E-D61B-7C4EACDA1162}"/>
          </ac:spMkLst>
        </pc:spChg>
        <pc:spChg chg="add mod">
          <ac:chgData name="Ksheeraja Manaswini" userId="d1f3ec3f6592a3f5" providerId="LiveId" clId="{C0382007-FAB9-47D5-B5F6-5FCE264C18AC}" dt="2024-08-23T14:27:34.674" v="842"/>
          <ac:spMkLst>
            <pc:docMk/>
            <pc:sldMk cId="3003340150" sldId="298"/>
            <ac:spMk id="13" creationId="{290F5313-60A9-966E-8A97-00EF58D32143}"/>
          </ac:spMkLst>
        </pc:spChg>
        <pc:spChg chg="add mod">
          <ac:chgData name="Ksheeraja Manaswini" userId="d1f3ec3f6592a3f5" providerId="LiveId" clId="{C0382007-FAB9-47D5-B5F6-5FCE264C18AC}" dt="2024-08-23T14:27:34.674" v="842"/>
          <ac:spMkLst>
            <pc:docMk/>
            <pc:sldMk cId="3003340150" sldId="298"/>
            <ac:spMk id="14" creationId="{744F6A25-BB83-16D8-6E16-E6E9EC301EAF}"/>
          </ac:spMkLst>
        </pc:spChg>
        <pc:spChg chg="add mod">
          <ac:chgData name="Ksheeraja Manaswini" userId="d1f3ec3f6592a3f5" providerId="LiveId" clId="{C0382007-FAB9-47D5-B5F6-5FCE264C18AC}" dt="2024-08-23T14:27:34.674" v="842"/>
          <ac:spMkLst>
            <pc:docMk/>
            <pc:sldMk cId="3003340150" sldId="298"/>
            <ac:spMk id="15" creationId="{A596CB56-3FEA-5526-C585-D79FD3BE4CB2}"/>
          </ac:spMkLst>
        </pc:spChg>
        <pc:spChg chg="add mod">
          <ac:chgData name="Ksheeraja Manaswini" userId="d1f3ec3f6592a3f5" providerId="LiveId" clId="{C0382007-FAB9-47D5-B5F6-5FCE264C18AC}" dt="2024-08-23T14:27:51.003" v="846" actId="1076"/>
          <ac:spMkLst>
            <pc:docMk/>
            <pc:sldMk cId="3003340150" sldId="298"/>
            <ac:spMk id="16" creationId="{72C15268-2820-13BF-1E86-68F34DF2D593}"/>
          </ac:spMkLst>
        </pc:spChg>
        <pc:spChg chg="add mod">
          <ac:chgData name="Ksheeraja Manaswini" userId="d1f3ec3f6592a3f5" providerId="LiveId" clId="{C0382007-FAB9-47D5-B5F6-5FCE264C18AC}" dt="2024-08-23T14:27:34.674" v="842"/>
          <ac:spMkLst>
            <pc:docMk/>
            <pc:sldMk cId="3003340150" sldId="298"/>
            <ac:spMk id="17" creationId="{5515E07D-0FE9-1178-F61F-1684241F062F}"/>
          </ac:spMkLst>
        </pc:spChg>
        <pc:spChg chg="add mod">
          <ac:chgData name="Ksheeraja Manaswini" userId="d1f3ec3f6592a3f5" providerId="LiveId" clId="{C0382007-FAB9-47D5-B5F6-5FCE264C18AC}" dt="2024-08-23T14:27:34.674" v="842"/>
          <ac:spMkLst>
            <pc:docMk/>
            <pc:sldMk cId="3003340150" sldId="298"/>
            <ac:spMk id="18" creationId="{D4F5FCEB-6068-C413-CE9B-CDFF7402D743}"/>
          </ac:spMkLst>
        </pc:spChg>
        <pc:spChg chg="add mod">
          <ac:chgData name="Ksheeraja Manaswini" userId="d1f3ec3f6592a3f5" providerId="LiveId" clId="{C0382007-FAB9-47D5-B5F6-5FCE264C18AC}" dt="2024-08-23T14:46:01.400" v="1225" actId="478"/>
          <ac:spMkLst>
            <pc:docMk/>
            <pc:sldMk cId="3003340150" sldId="298"/>
            <ac:spMk id="20" creationId="{36ACEB6E-217C-58BA-F06D-6011D1B9DA0C}"/>
          </ac:spMkLst>
        </pc:spChg>
        <pc:spChg chg="mod ord">
          <ac:chgData name="Ksheeraja Manaswini" userId="d1f3ec3f6592a3f5" providerId="LiveId" clId="{C0382007-FAB9-47D5-B5F6-5FCE264C18AC}" dt="2024-08-23T14:42:36.983" v="1096" actId="20577"/>
          <ac:spMkLst>
            <pc:docMk/>
            <pc:sldMk cId="3003340150" sldId="298"/>
            <ac:spMk id="320" creationId="{00000000-0000-0000-0000-000000000000}"/>
          </ac:spMkLst>
        </pc:spChg>
        <pc:spChg chg="del mod ord">
          <ac:chgData name="Ksheeraja Manaswini" userId="d1f3ec3f6592a3f5" providerId="LiveId" clId="{C0382007-FAB9-47D5-B5F6-5FCE264C18AC}" dt="2024-08-23T14:41:48.455" v="1089" actId="478"/>
          <ac:spMkLst>
            <pc:docMk/>
            <pc:sldMk cId="3003340150" sldId="298"/>
            <ac:spMk id="321" creationId="{00000000-0000-0000-0000-000000000000}"/>
          </ac:spMkLst>
        </pc:spChg>
        <pc:picChg chg="del mod">
          <ac:chgData name="Ksheeraja Manaswini" userId="d1f3ec3f6592a3f5" providerId="LiveId" clId="{C0382007-FAB9-47D5-B5F6-5FCE264C18AC}" dt="2024-08-23T14:43:20.423" v="1104" actId="478"/>
          <ac:picMkLst>
            <pc:docMk/>
            <pc:sldMk cId="3003340150" sldId="298"/>
            <ac:picMk id="8" creationId="{0B2343FE-0832-C255-E167-2682FCE86874}"/>
          </ac:picMkLst>
        </pc:picChg>
        <pc:cxnChg chg="add mod">
          <ac:chgData name="Ksheeraja Manaswini" userId="d1f3ec3f6592a3f5" providerId="LiveId" clId="{C0382007-FAB9-47D5-B5F6-5FCE264C18AC}" dt="2024-08-23T14:26:15.304" v="820" actId="1076"/>
          <ac:cxnSpMkLst>
            <pc:docMk/>
            <pc:sldMk cId="3003340150" sldId="298"/>
            <ac:cxnSpMk id="12" creationId="{11805C84-115C-CEF0-1050-867EDEF0DB34}"/>
          </ac:cxnSpMkLst>
        </pc:cxnChg>
        <pc:cxnChg chg="mod">
          <ac:chgData name="Ksheeraja Manaswini" userId="d1f3ec3f6592a3f5" providerId="LiveId" clId="{C0382007-FAB9-47D5-B5F6-5FCE264C18AC}" dt="2024-08-23T14:42:27.377" v="1091" actId="1076"/>
          <ac:cxnSpMkLst>
            <pc:docMk/>
            <pc:sldMk cId="3003340150" sldId="298"/>
            <ac:cxnSpMk id="323" creationId="{00000000-0000-0000-0000-000000000000}"/>
          </ac:cxnSpMkLst>
        </pc:cxnChg>
      </pc:sldChg>
      <pc:sldChg chg="addSp delSp modSp add mod ord modAnim">
        <pc:chgData name="Ksheeraja Manaswini" userId="d1f3ec3f6592a3f5" providerId="LiveId" clId="{C0382007-FAB9-47D5-B5F6-5FCE264C18AC}" dt="2024-08-23T16:44:44.295" v="3784"/>
        <pc:sldMkLst>
          <pc:docMk/>
          <pc:sldMk cId="3740570868" sldId="299"/>
        </pc:sldMkLst>
        <pc:spChg chg="add del mod">
          <ac:chgData name="Ksheeraja Manaswini" userId="d1f3ec3f6592a3f5" providerId="LiveId" clId="{C0382007-FAB9-47D5-B5F6-5FCE264C18AC}" dt="2024-08-23T14:28:08.152" v="851"/>
          <ac:spMkLst>
            <pc:docMk/>
            <pc:sldMk cId="3740570868" sldId="299"/>
            <ac:spMk id="3" creationId="{3686C8A9-8BF7-4186-7AAF-F103A0EA5428}"/>
          </ac:spMkLst>
        </pc:spChg>
        <pc:spChg chg="mod">
          <ac:chgData name="Ksheeraja Manaswini" userId="d1f3ec3f6592a3f5" providerId="LiveId" clId="{C0382007-FAB9-47D5-B5F6-5FCE264C18AC}" dt="2024-08-23T14:41:16.063" v="1086"/>
          <ac:spMkLst>
            <pc:docMk/>
            <pc:sldMk cId="3740570868" sldId="299"/>
            <ac:spMk id="4" creationId="{903770CD-EC6C-A673-D167-60DD50ED5051}"/>
          </ac:spMkLst>
        </pc:spChg>
        <pc:spChg chg="add mod">
          <ac:chgData name="Ksheeraja Manaswini" userId="d1f3ec3f6592a3f5" providerId="LiveId" clId="{C0382007-FAB9-47D5-B5F6-5FCE264C18AC}" dt="2024-08-23T14:50:24.673" v="1347" actId="14861"/>
          <ac:spMkLst>
            <pc:docMk/>
            <pc:sldMk cId="3740570868" sldId="299"/>
            <ac:spMk id="5" creationId="{87AC44C7-D50F-00CF-E249-BDAB545A1473}"/>
          </ac:spMkLst>
        </pc:spChg>
        <pc:spChg chg="add del mod">
          <ac:chgData name="Ksheeraja Manaswini" userId="d1f3ec3f6592a3f5" providerId="LiveId" clId="{C0382007-FAB9-47D5-B5F6-5FCE264C18AC}" dt="2024-08-23T14:31:14.155" v="866" actId="478"/>
          <ac:spMkLst>
            <pc:docMk/>
            <pc:sldMk cId="3740570868" sldId="299"/>
            <ac:spMk id="6" creationId="{86C53CC3-EBF7-F3E0-E241-63E336BAB4E4}"/>
          </ac:spMkLst>
        </pc:spChg>
        <pc:spChg chg="add del mod">
          <ac:chgData name="Ksheeraja Manaswini" userId="d1f3ec3f6592a3f5" providerId="LiveId" clId="{C0382007-FAB9-47D5-B5F6-5FCE264C18AC}" dt="2024-08-23T14:37:13.982" v="958"/>
          <ac:spMkLst>
            <pc:docMk/>
            <pc:sldMk cId="3740570868" sldId="299"/>
            <ac:spMk id="7" creationId="{15068086-935B-0A2F-F8FB-7D431F5ECB36}"/>
          </ac:spMkLst>
        </pc:spChg>
        <pc:spChg chg="del">
          <ac:chgData name="Ksheeraja Manaswini" userId="d1f3ec3f6592a3f5" providerId="LiveId" clId="{C0382007-FAB9-47D5-B5F6-5FCE264C18AC}" dt="2024-08-23T14:26:41.916" v="837" actId="478"/>
          <ac:spMkLst>
            <pc:docMk/>
            <pc:sldMk cId="3740570868" sldId="299"/>
            <ac:spMk id="9" creationId="{C4939269-CE1B-E227-452B-1D823FDEE507}"/>
          </ac:spMkLst>
        </pc:spChg>
        <pc:spChg chg="add mod">
          <ac:chgData name="Ksheeraja Manaswini" userId="d1f3ec3f6592a3f5" providerId="LiveId" clId="{C0382007-FAB9-47D5-B5F6-5FCE264C18AC}" dt="2024-08-23T14:52:57.764" v="1359" actId="1076"/>
          <ac:spMkLst>
            <pc:docMk/>
            <pc:sldMk cId="3740570868" sldId="299"/>
            <ac:spMk id="10" creationId="{D1E7AAE4-AB65-C824-5B3A-FF571ACB0B17}"/>
          </ac:spMkLst>
        </pc:spChg>
        <pc:spChg chg="add del mod">
          <ac:chgData name="Ksheeraja Manaswini" userId="d1f3ec3f6592a3f5" providerId="LiveId" clId="{C0382007-FAB9-47D5-B5F6-5FCE264C18AC}" dt="2024-08-23T14:37:06.985" v="953" actId="478"/>
          <ac:spMkLst>
            <pc:docMk/>
            <pc:sldMk cId="3740570868" sldId="299"/>
            <ac:spMk id="11" creationId="{8F2DDF00-EBB2-442B-210F-FB261E0DDA88}"/>
          </ac:spMkLst>
        </pc:spChg>
        <pc:spChg chg="add del mod">
          <ac:chgData name="Ksheeraja Manaswini" userId="d1f3ec3f6592a3f5" providerId="LiveId" clId="{C0382007-FAB9-47D5-B5F6-5FCE264C18AC}" dt="2024-08-23T14:37:10.543" v="955" actId="478"/>
          <ac:spMkLst>
            <pc:docMk/>
            <pc:sldMk cId="3740570868" sldId="299"/>
            <ac:spMk id="12" creationId="{0C6E6690-031A-8ECB-F35A-5B5BA0B5BF9D}"/>
          </ac:spMkLst>
        </pc:spChg>
        <pc:spChg chg="add del mod">
          <ac:chgData name="Ksheeraja Manaswini" userId="d1f3ec3f6592a3f5" providerId="LiveId" clId="{C0382007-FAB9-47D5-B5F6-5FCE264C18AC}" dt="2024-08-23T14:37:08.413" v="954" actId="478"/>
          <ac:spMkLst>
            <pc:docMk/>
            <pc:sldMk cId="3740570868" sldId="299"/>
            <ac:spMk id="13" creationId="{2DF3367F-AD58-1F0E-E239-12D074BBFBF0}"/>
          </ac:spMkLst>
        </pc:spChg>
        <pc:spChg chg="add mod">
          <ac:chgData name="Ksheeraja Manaswini" userId="d1f3ec3f6592a3f5" providerId="LiveId" clId="{C0382007-FAB9-47D5-B5F6-5FCE264C18AC}" dt="2024-08-23T14:52:42.942" v="1356" actId="14861"/>
          <ac:spMkLst>
            <pc:docMk/>
            <pc:sldMk cId="3740570868" sldId="299"/>
            <ac:spMk id="16" creationId="{B2247B6F-9C47-A625-D997-6796FC4092CA}"/>
          </ac:spMkLst>
        </pc:spChg>
        <pc:spChg chg="add mod">
          <ac:chgData name="Ksheeraja Manaswini" userId="d1f3ec3f6592a3f5" providerId="LiveId" clId="{C0382007-FAB9-47D5-B5F6-5FCE264C18AC}" dt="2024-08-23T14:52:55.124" v="1358" actId="1076"/>
          <ac:spMkLst>
            <pc:docMk/>
            <pc:sldMk cId="3740570868" sldId="299"/>
            <ac:spMk id="17" creationId="{55238DF1-71C2-37C8-8CE1-A9B4E2CD5354}"/>
          </ac:spMkLst>
        </pc:spChg>
        <pc:spChg chg="add mod">
          <ac:chgData name="Ksheeraja Manaswini" userId="d1f3ec3f6592a3f5" providerId="LiveId" clId="{C0382007-FAB9-47D5-B5F6-5FCE264C18AC}" dt="2024-08-23T14:52:35.524" v="1355" actId="14861"/>
          <ac:spMkLst>
            <pc:docMk/>
            <pc:sldMk cId="3740570868" sldId="299"/>
            <ac:spMk id="18" creationId="{06E6C66F-9E52-B078-58C3-D686F4F2EEA7}"/>
          </ac:spMkLst>
        </pc:spChg>
        <pc:spChg chg="add mod">
          <ac:chgData name="Ksheeraja Manaswini" userId="d1f3ec3f6592a3f5" providerId="LiveId" clId="{C0382007-FAB9-47D5-B5F6-5FCE264C18AC}" dt="2024-08-23T14:38:46.502" v="1016"/>
          <ac:spMkLst>
            <pc:docMk/>
            <pc:sldMk cId="3740570868" sldId="299"/>
            <ac:spMk id="19" creationId="{4D314D92-3680-B5F8-B87D-2307B61958BC}"/>
          </ac:spMkLst>
        </pc:spChg>
        <pc:spChg chg="add mod">
          <ac:chgData name="Ksheeraja Manaswini" userId="d1f3ec3f6592a3f5" providerId="LiveId" clId="{C0382007-FAB9-47D5-B5F6-5FCE264C18AC}" dt="2024-08-23T14:52:52.484" v="1357" actId="1076"/>
          <ac:spMkLst>
            <pc:docMk/>
            <pc:sldMk cId="3740570868" sldId="299"/>
            <ac:spMk id="20" creationId="{0D19C40F-CC2D-4173-4D88-F1AD6071C6D1}"/>
          </ac:spMkLst>
        </pc:spChg>
        <pc:spChg chg="mod">
          <ac:chgData name="Ksheeraja Manaswini" userId="d1f3ec3f6592a3f5" providerId="LiveId" clId="{C0382007-FAB9-47D5-B5F6-5FCE264C18AC}" dt="2024-08-23T14:26:36.767" v="836" actId="20577"/>
          <ac:spMkLst>
            <pc:docMk/>
            <pc:sldMk cId="3740570868" sldId="299"/>
            <ac:spMk id="32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26:31.224" v="826" actId="20577"/>
          <ac:spMkLst>
            <pc:docMk/>
            <pc:sldMk cId="3740570868" sldId="299"/>
            <ac:spMk id="321" creationId="{00000000-0000-0000-0000-000000000000}"/>
          </ac:spMkLst>
        </pc:spChg>
        <pc:picChg chg="add mod">
          <ac:chgData name="Ksheeraja Manaswini" userId="d1f3ec3f6592a3f5" providerId="LiveId" clId="{C0382007-FAB9-47D5-B5F6-5FCE264C18AC}" dt="2024-08-23T14:27:19.613" v="841" actId="1076"/>
          <ac:picMkLst>
            <pc:docMk/>
            <pc:sldMk cId="3740570868" sldId="299"/>
            <ac:picMk id="2" creationId="{E4166056-A89C-B6D3-F3B8-60D9BEBD70AB}"/>
          </ac:picMkLst>
        </pc:picChg>
        <pc:picChg chg="del">
          <ac:chgData name="Ksheeraja Manaswini" userId="d1f3ec3f6592a3f5" providerId="LiveId" clId="{C0382007-FAB9-47D5-B5F6-5FCE264C18AC}" dt="2024-08-23T14:31:52.853" v="872" actId="478"/>
          <ac:picMkLst>
            <pc:docMk/>
            <pc:sldMk cId="3740570868" sldId="299"/>
            <ac:picMk id="8" creationId="{0B2343FE-0832-C255-E167-2682FCE86874}"/>
          </ac:picMkLst>
        </pc:picChg>
        <pc:picChg chg="add mod">
          <ac:chgData name="Ksheeraja Manaswini" userId="d1f3ec3f6592a3f5" providerId="LiveId" clId="{C0382007-FAB9-47D5-B5F6-5FCE264C18AC}" dt="2024-08-23T14:32:31.495" v="875" actId="1076"/>
          <ac:picMkLst>
            <pc:docMk/>
            <pc:sldMk cId="3740570868" sldId="299"/>
            <ac:picMk id="15" creationId="{BCB31ABC-24AF-E7AF-6008-0591B44BB105}"/>
          </ac:picMkLst>
        </pc:picChg>
      </pc:sldChg>
      <pc:sldChg chg="modSp add del mod ord">
        <pc:chgData name="Ksheeraja Manaswini" userId="d1f3ec3f6592a3f5" providerId="LiveId" clId="{C0382007-FAB9-47D5-B5F6-5FCE264C18AC}" dt="2024-08-23T14:48:08.113" v="1311" actId="47"/>
        <pc:sldMkLst>
          <pc:docMk/>
          <pc:sldMk cId="3500626695" sldId="300"/>
        </pc:sldMkLst>
        <pc:spChg chg="mod">
          <ac:chgData name="Ksheeraja Manaswini" userId="d1f3ec3f6592a3f5" providerId="LiveId" clId="{C0382007-FAB9-47D5-B5F6-5FCE264C18AC}" dt="2024-08-23T14:46:23.326" v="1234" actId="20577"/>
          <ac:spMkLst>
            <pc:docMk/>
            <pc:sldMk cId="3500626695" sldId="300"/>
            <ac:spMk id="347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46:35.275" v="1262" actId="20577"/>
          <ac:spMkLst>
            <pc:docMk/>
            <pc:sldMk cId="3500626695" sldId="300"/>
            <ac:spMk id="348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46:48.739" v="1291" actId="14100"/>
          <ac:spMkLst>
            <pc:docMk/>
            <pc:sldMk cId="3500626695" sldId="300"/>
            <ac:spMk id="349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47:13.013" v="1310" actId="20577"/>
          <ac:spMkLst>
            <pc:docMk/>
            <pc:sldMk cId="3500626695" sldId="300"/>
            <ac:spMk id="35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4:46:59.234" v="1308" actId="1076"/>
          <ac:spMkLst>
            <pc:docMk/>
            <pc:sldMk cId="3500626695" sldId="300"/>
            <ac:spMk id="353" creationId="{00000000-0000-0000-0000-000000000000}"/>
          </ac:spMkLst>
        </pc:spChg>
      </pc:sldChg>
      <pc:sldChg chg="addSp delSp modSp add mod modAnim">
        <pc:chgData name="Ksheeraja Manaswini" userId="d1f3ec3f6592a3f5" providerId="LiveId" clId="{C0382007-FAB9-47D5-B5F6-5FCE264C18AC}" dt="2024-08-23T16:45:27.610" v="3789"/>
        <pc:sldMkLst>
          <pc:docMk/>
          <pc:sldMk cId="4291005128" sldId="300"/>
        </pc:sldMkLst>
        <pc:spChg chg="add mod">
          <ac:chgData name="Ksheeraja Manaswini" userId="d1f3ec3f6592a3f5" providerId="LiveId" clId="{C0382007-FAB9-47D5-B5F6-5FCE264C18AC}" dt="2024-08-23T15:05:29.337" v="1427" actId="1076"/>
          <ac:spMkLst>
            <pc:docMk/>
            <pc:sldMk cId="4291005128" sldId="300"/>
            <ac:spMk id="2" creationId="{BD23CBA0-E13C-8D03-E380-921FEEAEFBDA}"/>
          </ac:spMkLst>
        </pc:spChg>
        <pc:spChg chg="add mod">
          <ac:chgData name="Ksheeraja Manaswini" userId="d1f3ec3f6592a3f5" providerId="LiveId" clId="{C0382007-FAB9-47D5-B5F6-5FCE264C18AC}" dt="2024-08-23T15:05:29.337" v="1427" actId="1076"/>
          <ac:spMkLst>
            <pc:docMk/>
            <pc:sldMk cId="4291005128" sldId="300"/>
            <ac:spMk id="3" creationId="{3E4D0B36-28A5-C952-EBB5-D77DC9385FD3}"/>
          </ac:spMkLst>
        </pc:spChg>
        <pc:spChg chg="mod">
          <ac:chgData name="Ksheeraja Manaswini" userId="d1f3ec3f6592a3f5" providerId="LiveId" clId="{C0382007-FAB9-47D5-B5F6-5FCE264C18AC}" dt="2024-08-23T15:04:45.894" v="1424"/>
          <ac:spMkLst>
            <pc:docMk/>
            <pc:sldMk cId="4291005128" sldId="300"/>
            <ac:spMk id="4" creationId="{903770CD-EC6C-A673-D167-60DD50ED5051}"/>
          </ac:spMkLst>
        </pc:spChg>
        <pc:spChg chg="del">
          <ac:chgData name="Ksheeraja Manaswini" userId="d1f3ec3f6592a3f5" providerId="LiveId" clId="{C0382007-FAB9-47D5-B5F6-5FCE264C18AC}" dt="2024-08-23T15:03:59.193" v="1419" actId="478"/>
          <ac:spMkLst>
            <pc:docMk/>
            <pc:sldMk cId="4291005128" sldId="300"/>
            <ac:spMk id="5" creationId="{87AC44C7-D50F-00CF-E249-BDAB545A1473}"/>
          </ac:spMkLst>
        </pc:spChg>
        <pc:spChg chg="add mod">
          <ac:chgData name="Ksheeraja Manaswini" userId="d1f3ec3f6592a3f5" providerId="LiveId" clId="{C0382007-FAB9-47D5-B5F6-5FCE264C18AC}" dt="2024-08-23T15:12:09.214" v="1518" actId="20577"/>
          <ac:spMkLst>
            <pc:docMk/>
            <pc:sldMk cId="4291005128" sldId="300"/>
            <ac:spMk id="8" creationId="{B5180BCC-798F-6535-CD7C-EAD7D7153914}"/>
          </ac:spMkLst>
        </pc:spChg>
        <pc:spChg chg="add mod">
          <ac:chgData name="Ksheeraja Manaswini" userId="d1f3ec3f6592a3f5" providerId="LiveId" clId="{C0382007-FAB9-47D5-B5F6-5FCE264C18AC}" dt="2024-08-23T15:11:37.084" v="1498" actId="20577"/>
          <ac:spMkLst>
            <pc:docMk/>
            <pc:sldMk cId="4291005128" sldId="300"/>
            <ac:spMk id="9" creationId="{141374A3-46E8-DB32-43B9-70F2901A53C9}"/>
          </ac:spMkLst>
        </pc:spChg>
        <pc:spChg chg="del">
          <ac:chgData name="Ksheeraja Manaswini" userId="d1f3ec3f6592a3f5" providerId="LiveId" clId="{C0382007-FAB9-47D5-B5F6-5FCE264C18AC}" dt="2024-08-23T15:03:59.193" v="1419" actId="478"/>
          <ac:spMkLst>
            <pc:docMk/>
            <pc:sldMk cId="4291005128" sldId="300"/>
            <ac:spMk id="10" creationId="{D1E7AAE4-AB65-C824-5B3A-FF571ACB0B17}"/>
          </ac:spMkLst>
        </pc:spChg>
        <pc:spChg chg="add mod">
          <ac:chgData name="Ksheeraja Manaswini" userId="d1f3ec3f6592a3f5" providerId="LiveId" clId="{C0382007-FAB9-47D5-B5F6-5FCE264C18AC}" dt="2024-08-23T15:11:29.944" v="1482" actId="20577"/>
          <ac:spMkLst>
            <pc:docMk/>
            <pc:sldMk cId="4291005128" sldId="300"/>
            <ac:spMk id="11" creationId="{0168A637-E753-7D47-028D-4DFD4D31C0F9}"/>
          </ac:spMkLst>
        </pc:spChg>
        <pc:spChg chg="add mod">
          <ac:chgData name="Ksheeraja Manaswini" userId="d1f3ec3f6592a3f5" providerId="LiveId" clId="{C0382007-FAB9-47D5-B5F6-5FCE264C18AC}" dt="2024-08-23T15:17:35.075" v="1686" actId="207"/>
          <ac:spMkLst>
            <pc:docMk/>
            <pc:sldMk cId="4291005128" sldId="300"/>
            <ac:spMk id="12" creationId="{8AF14A80-8137-2D92-6F9F-FCDE3AE30B9D}"/>
          </ac:spMkLst>
        </pc:spChg>
        <pc:spChg chg="add mod">
          <ac:chgData name="Ksheeraja Manaswini" userId="d1f3ec3f6592a3f5" providerId="LiveId" clId="{C0382007-FAB9-47D5-B5F6-5FCE264C18AC}" dt="2024-08-23T15:12:17.660" v="1544" actId="20577"/>
          <ac:spMkLst>
            <pc:docMk/>
            <pc:sldMk cId="4291005128" sldId="300"/>
            <ac:spMk id="13" creationId="{6C84E779-EC60-E5BA-18AA-B074F991B877}"/>
          </ac:spMkLst>
        </pc:spChg>
        <pc:spChg chg="add mod">
          <ac:chgData name="Ksheeraja Manaswini" userId="d1f3ec3f6592a3f5" providerId="LiveId" clId="{C0382007-FAB9-47D5-B5F6-5FCE264C18AC}" dt="2024-08-23T15:12:49.073" v="1556" actId="20577"/>
          <ac:spMkLst>
            <pc:docMk/>
            <pc:sldMk cId="4291005128" sldId="300"/>
            <ac:spMk id="14" creationId="{1B2A2163-DE58-7B30-A1EE-79AA99C01B17}"/>
          </ac:spMkLst>
        </pc:spChg>
        <pc:spChg chg="del">
          <ac:chgData name="Ksheeraja Manaswini" userId="d1f3ec3f6592a3f5" providerId="LiveId" clId="{C0382007-FAB9-47D5-B5F6-5FCE264C18AC}" dt="2024-08-23T15:03:59.193" v="1419" actId="478"/>
          <ac:spMkLst>
            <pc:docMk/>
            <pc:sldMk cId="4291005128" sldId="300"/>
            <ac:spMk id="16" creationId="{B2247B6F-9C47-A625-D997-6796FC4092CA}"/>
          </ac:spMkLst>
        </pc:spChg>
        <pc:spChg chg="del">
          <ac:chgData name="Ksheeraja Manaswini" userId="d1f3ec3f6592a3f5" providerId="LiveId" clId="{C0382007-FAB9-47D5-B5F6-5FCE264C18AC}" dt="2024-08-23T15:03:59.193" v="1419" actId="478"/>
          <ac:spMkLst>
            <pc:docMk/>
            <pc:sldMk cId="4291005128" sldId="300"/>
            <ac:spMk id="17" creationId="{55238DF1-71C2-37C8-8CE1-A9B4E2CD5354}"/>
          </ac:spMkLst>
        </pc:spChg>
        <pc:spChg chg="del">
          <ac:chgData name="Ksheeraja Manaswini" userId="d1f3ec3f6592a3f5" providerId="LiveId" clId="{C0382007-FAB9-47D5-B5F6-5FCE264C18AC}" dt="2024-08-23T15:03:59.193" v="1419" actId="478"/>
          <ac:spMkLst>
            <pc:docMk/>
            <pc:sldMk cId="4291005128" sldId="300"/>
            <ac:spMk id="18" creationId="{06E6C66F-9E52-B078-58C3-D686F4F2EEA7}"/>
          </ac:spMkLst>
        </pc:spChg>
        <pc:spChg chg="add mod">
          <ac:chgData name="Ksheeraja Manaswini" userId="d1f3ec3f6592a3f5" providerId="LiveId" clId="{C0382007-FAB9-47D5-B5F6-5FCE264C18AC}" dt="2024-08-23T15:14:17.533" v="1619" actId="20577"/>
          <ac:spMkLst>
            <pc:docMk/>
            <pc:sldMk cId="4291005128" sldId="300"/>
            <ac:spMk id="19" creationId="{56A45AA6-0D78-3F0E-0FC9-13CFB8710B11}"/>
          </ac:spMkLst>
        </pc:spChg>
        <pc:spChg chg="del">
          <ac:chgData name="Ksheeraja Manaswini" userId="d1f3ec3f6592a3f5" providerId="LiveId" clId="{C0382007-FAB9-47D5-B5F6-5FCE264C18AC}" dt="2024-08-23T15:03:59.193" v="1419" actId="478"/>
          <ac:spMkLst>
            <pc:docMk/>
            <pc:sldMk cId="4291005128" sldId="300"/>
            <ac:spMk id="20" creationId="{0D19C40F-CC2D-4173-4D88-F1AD6071C6D1}"/>
          </ac:spMkLst>
        </pc:spChg>
        <pc:spChg chg="add del mod">
          <ac:chgData name="Ksheeraja Manaswini" userId="d1f3ec3f6592a3f5" providerId="LiveId" clId="{C0382007-FAB9-47D5-B5F6-5FCE264C18AC}" dt="2024-08-23T15:17:09.225" v="1626" actId="478"/>
          <ac:spMkLst>
            <pc:docMk/>
            <pc:sldMk cId="4291005128" sldId="300"/>
            <ac:spMk id="21" creationId="{0BCF0382-3D40-EE7C-E217-AAEB35180C36}"/>
          </ac:spMkLst>
        </pc:spChg>
        <pc:spChg chg="add mod">
          <ac:chgData name="Ksheeraja Manaswini" userId="d1f3ec3f6592a3f5" providerId="LiveId" clId="{C0382007-FAB9-47D5-B5F6-5FCE264C18AC}" dt="2024-08-23T15:08:34.364" v="1433"/>
          <ac:spMkLst>
            <pc:docMk/>
            <pc:sldMk cId="4291005128" sldId="300"/>
            <ac:spMk id="22" creationId="{66ECF7DF-2153-DC1D-4AFE-78FD0CCA72EA}"/>
          </ac:spMkLst>
        </pc:spChg>
        <pc:spChg chg="add mod">
          <ac:chgData name="Ksheeraja Manaswini" userId="d1f3ec3f6592a3f5" providerId="LiveId" clId="{C0382007-FAB9-47D5-B5F6-5FCE264C18AC}" dt="2024-08-23T15:08:34.364" v="1433"/>
          <ac:spMkLst>
            <pc:docMk/>
            <pc:sldMk cId="4291005128" sldId="300"/>
            <ac:spMk id="23" creationId="{427B819C-2742-F87E-DD0D-2F0171533256}"/>
          </ac:spMkLst>
        </pc:spChg>
        <pc:spChg chg="add mod">
          <ac:chgData name="Ksheeraja Manaswini" userId="d1f3ec3f6592a3f5" providerId="LiveId" clId="{C0382007-FAB9-47D5-B5F6-5FCE264C18AC}" dt="2024-08-23T15:08:34.364" v="1433"/>
          <ac:spMkLst>
            <pc:docMk/>
            <pc:sldMk cId="4291005128" sldId="300"/>
            <ac:spMk id="24" creationId="{D495285D-62C2-B147-8896-ABDD908F0495}"/>
          </ac:spMkLst>
        </pc:spChg>
        <pc:spChg chg="add mod">
          <ac:chgData name="Ksheeraja Manaswini" userId="d1f3ec3f6592a3f5" providerId="LiveId" clId="{C0382007-FAB9-47D5-B5F6-5FCE264C18AC}" dt="2024-08-23T15:08:34.364" v="1433"/>
          <ac:spMkLst>
            <pc:docMk/>
            <pc:sldMk cId="4291005128" sldId="300"/>
            <ac:spMk id="25" creationId="{6DD954B8-762B-87DD-B9A0-C33A36918988}"/>
          </ac:spMkLst>
        </pc:spChg>
        <pc:spChg chg="add del mod">
          <ac:chgData name="Ksheeraja Manaswini" userId="d1f3ec3f6592a3f5" providerId="LiveId" clId="{C0382007-FAB9-47D5-B5F6-5FCE264C18AC}" dt="2024-08-23T15:16:52.175" v="1620" actId="478"/>
          <ac:spMkLst>
            <pc:docMk/>
            <pc:sldMk cId="4291005128" sldId="300"/>
            <ac:spMk id="29" creationId="{F5A20545-5A36-337E-D410-296646DBD0DD}"/>
          </ac:spMkLst>
        </pc:spChg>
        <pc:spChg chg="add mod">
          <ac:chgData name="Ksheeraja Manaswini" userId="d1f3ec3f6592a3f5" providerId="LiveId" clId="{C0382007-FAB9-47D5-B5F6-5FCE264C18AC}" dt="2024-08-23T15:08:34.364" v="1433"/>
          <ac:spMkLst>
            <pc:docMk/>
            <pc:sldMk cId="4291005128" sldId="300"/>
            <ac:spMk id="30" creationId="{9F095482-E636-C140-D343-F737A717BA74}"/>
          </ac:spMkLst>
        </pc:spChg>
        <pc:spChg chg="add mod">
          <ac:chgData name="Ksheeraja Manaswini" userId="d1f3ec3f6592a3f5" providerId="LiveId" clId="{C0382007-FAB9-47D5-B5F6-5FCE264C18AC}" dt="2024-08-23T15:08:34.364" v="1433"/>
          <ac:spMkLst>
            <pc:docMk/>
            <pc:sldMk cId="4291005128" sldId="300"/>
            <ac:spMk id="31" creationId="{F6C01489-EC93-AADD-C694-010BA40CAE8C}"/>
          </ac:spMkLst>
        </pc:spChg>
        <pc:spChg chg="add mod">
          <ac:chgData name="Ksheeraja Manaswini" userId="d1f3ec3f6592a3f5" providerId="LiveId" clId="{C0382007-FAB9-47D5-B5F6-5FCE264C18AC}" dt="2024-08-23T15:08:34.364" v="1433"/>
          <ac:spMkLst>
            <pc:docMk/>
            <pc:sldMk cId="4291005128" sldId="300"/>
            <ac:spMk id="32" creationId="{4A8F88C9-2D27-81C0-8E1E-2392EA474A7C}"/>
          </ac:spMkLst>
        </pc:spChg>
        <pc:spChg chg="mod">
          <ac:chgData name="Ksheeraja Manaswini" userId="d1f3ec3f6592a3f5" providerId="LiveId" clId="{C0382007-FAB9-47D5-B5F6-5FCE264C18AC}" dt="2024-08-23T15:05:56.924" v="1432" actId="1076"/>
          <ac:spMkLst>
            <pc:docMk/>
            <pc:sldMk cId="4291005128" sldId="300"/>
            <ac:spMk id="32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5:05:38.729" v="1429" actId="1076"/>
          <ac:spMkLst>
            <pc:docMk/>
            <pc:sldMk cId="4291005128" sldId="300"/>
            <ac:spMk id="321" creationId="{00000000-0000-0000-0000-000000000000}"/>
          </ac:spMkLst>
        </pc:spChg>
        <pc:picChg chg="add del mod">
          <ac:chgData name="Ksheeraja Manaswini" userId="d1f3ec3f6592a3f5" providerId="LiveId" clId="{C0382007-FAB9-47D5-B5F6-5FCE264C18AC}" dt="2024-08-23T15:05:14.512" v="1425" actId="478"/>
          <ac:picMkLst>
            <pc:docMk/>
            <pc:sldMk cId="4291005128" sldId="300"/>
            <ac:picMk id="7" creationId="{2A1DC97D-30E3-2FC1-261D-7F2A755D093C}"/>
          </ac:picMkLst>
        </pc:picChg>
        <pc:picChg chg="del">
          <ac:chgData name="Ksheeraja Manaswini" userId="d1f3ec3f6592a3f5" providerId="LiveId" clId="{C0382007-FAB9-47D5-B5F6-5FCE264C18AC}" dt="2024-08-23T15:03:35.652" v="1414" actId="478"/>
          <ac:picMkLst>
            <pc:docMk/>
            <pc:sldMk cId="4291005128" sldId="300"/>
            <ac:picMk id="15" creationId="{BCB31ABC-24AF-E7AF-6008-0591B44BB105}"/>
          </ac:picMkLst>
        </pc:picChg>
        <pc:cxnChg chg="add mod">
          <ac:chgData name="Ksheeraja Manaswini" userId="d1f3ec3f6592a3f5" providerId="LiveId" clId="{C0382007-FAB9-47D5-B5F6-5FCE264C18AC}" dt="2024-08-23T15:08:34.364" v="1433"/>
          <ac:cxnSpMkLst>
            <pc:docMk/>
            <pc:sldMk cId="4291005128" sldId="300"/>
            <ac:cxnSpMk id="26" creationId="{917F7C7B-863B-EF3B-A45E-4E06C4CA3223}"/>
          </ac:cxnSpMkLst>
        </pc:cxnChg>
        <pc:cxnChg chg="add mod">
          <ac:chgData name="Ksheeraja Manaswini" userId="d1f3ec3f6592a3f5" providerId="LiveId" clId="{C0382007-FAB9-47D5-B5F6-5FCE264C18AC}" dt="2024-08-23T15:08:34.364" v="1433"/>
          <ac:cxnSpMkLst>
            <pc:docMk/>
            <pc:sldMk cId="4291005128" sldId="300"/>
            <ac:cxnSpMk id="27" creationId="{D38BDC7B-A60D-6DCD-3A0B-D0164B610E11}"/>
          </ac:cxnSpMkLst>
        </pc:cxnChg>
        <pc:cxnChg chg="add mod">
          <ac:chgData name="Ksheeraja Manaswini" userId="d1f3ec3f6592a3f5" providerId="LiveId" clId="{C0382007-FAB9-47D5-B5F6-5FCE264C18AC}" dt="2024-08-23T15:08:34.364" v="1433"/>
          <ac:cxnSpMkLst>
            <pc:docMk/>
            <pc:sldMk cId="4291005128" sldId="300"/>
            <ac:cxnSpMk id="28" creationId="{A9107471-6A12-0B56-8C4A-A0C108AC788C}"/>
          </ac:cxnSpMkLst>
        </pc:cxnChg>
        <pc:cxnChg chg="add mod">
          <ac:chgData name="Ksheeraja Manaswini" userId="d1f3ec3f6592a3f5" providerId="LiveId" clId="{C0382007-FAB9-47D5-B5F6-5FCE264C18AC}" dt="2024-08-23T15:08:34.364" v="1433"/>
          <ac:cxnSpMkLst>
            <pc:docMk/>
            <pc:sldMk cId="4291005128" sldId="300"/>
            <ac:cxnSpMk id="33" creationId="{C138916A-2E17-D1C0-DB0A-C42B0023A291}"/>
          </ac:cxnSpMkLst>
        </pc:cxnChg>
        <pc:cxnChg chg="add mod">
          <ac:chgData name="Ksheeraja Manaswini" userId="d1f3ec3f6592a3f5" providerId="LiveId" clId="{C0382007-FAB9-47D5-B5F6-5FCE264C18AC}" dt="2024-08-23T15:08:34.364" v="1433"/>
          <ac:cxnSpMkLst>
            <pc:docMk/>
            <pc:sldMk cId="4291005128" sldId="300"/>
            <ac:cxnSpMk id="34" creationId="{FB4C1D2A-2C61-6812-2BC9-082CE4098B5B}"/>
          </ac:cxnSpMkLst>
        </pc:cxnChg>
        <pc:cxnChg chg="add del mod">
          <ac:chgData name="Ksheeraja Manaswini" userId="d1f3ec3f6592a3f5" providerId="LiveId" clId="{C0382007-FAB9-47D5-B5F6-5FCE264C18AC}" dt="2024-08-23T15:16:53.804" v="1621" actId="478"/>
          <ac:cxnSpMkLst>
            <pc:docMk/>
            <pc:sldMk cId="4291005128" sldId="300"/>
            <ac:cxnSpMk id="35" creationId="{CBE523E7-1469-1E2E-FA64-E0453C5BA68A}"/>
          </ac:cxnSpMkLst>
        </pc:cxnChg>
        <pc:cxnChg chg="add mod">
          <ac:chgData name="Ksheeraja Manaswini" userId="d1f3ec3f6592a3f5" providerId="LiveId" clId="{C0382007-FAB9-47D5-B5F6-5FCE264C18AC}" dt="2024-08-23T15:08:34.364" v="1433"/>
          <ac:cxnSpMkLst>
            <pc:docMk/>
            <pc:sldMk cId="4291005128" sldId="300"/>
            <ac:cxnSpMk id="36" creationId="{A060B014-3B07-3970-F22A-7455BDE921CD}"/>
          </ac:cxnSpMkLst>
        </pc:cxnChg>
        <pc:cxnChg chg="mod">
          <ac:chgData name="Ksheeraja Manaswini" userId="d1f3ec3f6592a3f5" providerId="LiveId" clId="{C0382007-FAB9-47D5-B5F6-5FCE264C18AC}" dt="2024-08-23T15:05:42.043" v="1430" actId="1076"/>
          <ac:cxnSpMkLst>
            <pc:docMk/>
            <pc:sldMk cId="4291005128" sldId="300"/>
            <ac:cxnSpMk id="323" creationId="{00000000-0000-0000-0000-000000000000}"/>
          </ac:cxnSpMkLst>
        </pc:cxnChg>
      </pc:sldChg>
      <pc:sldChg chg="addSp delSp modSp add mod ord modAnim">
        <pc:chgData name="Ksheeraja Manaswini" userId="d1f3ec3f6592a3f5" providerId="LiveId" clId="{C0382007-FAB9-47D5-B5F6-5FCE264C18AC}" dt="2024-08-23T16:48:33.654" v="3810"/>
        <pc:sldMkLst>
          <pc:docMk/>
          <pc:sldMk cId="1405326591" sldId="301"/>
        </pc:sldMkLst>
        <pc:spChg chg="add del mod">
          <ac:chgData name="Ksheeraja Manaswini" userId="d1f3ec3f6592a3f5" providerId="LiveId" clId="{C0382007-FAB9-47D5-B5F6-5FCE264C18AC}" dt="2024-08-23T16:16:42.935" v="3027" actId="478"/>
          <ac:spMkLst>
            <pc:docMk/>
            <pc:sldMk cId="1405326591" sldId="301"/>
            <ac:spMk id="2" creationId="{4357429D-D90B-785C-E24D-A023BFB069DF}"/>
          </ac:spMkLst>
        </pc:spChg>
        <pc:spChg chg="add mod">
          <ac:chgData name="Ksheeraja Manaswini" userId="d1f3ec3f6592a3f5" providerId="LiveId" clId="{C0382007-FAB9-47D5-B5F6-5FCE264C18AC}" dt="2024-08-23T16:16:46.349" v="3028" actId="1076"/>
          <ac:spMkLst>
            <pc:docMk/>
            <pc:sldMk cId="1405326591" sldId="301"/>
            <ac:spMk id="3" creationId="{A0CBD1D1-9302-D61D-3B01-0640143C0337}"/>
          </ac:spMkLst>
        </pc:spChg>
        <pc:spChg chg="mod">
          <ac:chgData name="Ksheeraja Manaswini" userId="d1f3ec3f6592a3f5" providerId="LiveId" clId="{C0382007-FAB9-47D5-B5F6-5FCE264C18AC}" dt="2024-08-23T16:48:33.654" v="3810"/>
          <ac:spMkLst>
            <pc:docMk/>
            <pc:sldMk cId="1405326591" sldId="301"/>
            <ac:spMk id="4" creationId="{903770CD-EC6C-A673-D167-60DD50ED5051}"/>
          </ac:spMkLst>
        </pc:spChg>
        <pc:spChg chg="mod">
          <ac:chgData name="Ksheeraja Manaswini" userId="d1f3ec3f6592a3f5" providerId="LiveId" clId="{C0382007-FAB9-47D5-B5F6-5FCE264C18AC}" dt="2024-08-23T16:19:27.598" v="3070" actId="20577"/>
          <ac:spMkLst>
            <pc:docMk/>
            <pc:sldMk cId="1405326591" sldId="301"/>
            <ac:spMk id="5" creationId="{87AC44C7-D50F-00CF-E249-BDAB545A1473}"/>
          </ac:spMkLst>
        </pc:spChg>
        <pc:spChg chg="add del mod">
          <ac:chgData name="Ksheeraja Manaswini" userId="d1f3ec3f6592a3f5" providerId="LiveId" clId="{C0382007-FAB9-47D5-B5F6-5FCE264C18AC}" dt="2024-08-23T16:16:40.087" v="3026" actId="478"/>
          <ac:spMkLst>
            <pc:docMk/>
            <pc:sldMk cId="1405326591" sldId="301"/>
            <ac:spMk id="6" creationId="{702B711C-1024-EE82-97AD-F356BFF1C43F}"/>
          </ac:spMkLst>
        </pc:spChg>
        <pc:spChg chg="del mod">
          <ac:chgData name="Ksheeraja Manaswini" userId="d1f3ec3f6592a3f5" providerId="LiveId" clId="{C0382007-FAB9-47D5-B5F6-5FCE264C18AC}" dt="2024-08-23T16:11:23.695" v="2893"/>
          <ac:spMkLst>
            <pc:docMk/>
            <pc:sldMk cId="1405326591" sldId="301"/>
            <ac:spMk id="10" creationId="{D1E7AAE4-AB65-C824-5B3A-FF571ACB0B17}"/>
          </ac:spMkLst>
        </pc:spChg>
        <pc:spChg chg="mod">
          <ac:chgData name="Ksheeraja Manaswini" userId="d1f3ec3f6592a3f5" providerId="LiveId" clId="{C0382007-FAB9-47D5-B5F6-5FCE264C18AC}" dt="2024-08-23T16:16:05.002" v="3006" actId="20577"/>
          <ac:spMkLst>
            <pc:docMk/>
            <pc:sldMk cId="1405326591" sldId="301"/>
            <ac:spMk id="16" creationId="{B2247B6F-9C47-A625-D997-6796FC4092CA}"/>
          </ac:spMkLst>
        </pc:spChg>
        <pc:spChg chg="del">
          <ac:chgData name="Ksheeraja Manaswini" userId="d1f3ec3f6592a3f5" providerId="LiveId" clId="{C0382007-FAB9-47D5-B5F6-5FCE264C18AC}" dt="2024-08-23T16:11:33.615" v="2897" actId="478"/>
          <ac:spMkLst>
            <pc:docMk/>
            <pc:sldMk cId="1405326591" sldId="301"/>
            <ac:spMk id="17" creationId="{55238DF1-71C2-37C8-8CE1-A9B4E2CD5354}"/>
          </ac:spMkLst>
        </pc:spChg>
        <pc:spChg chg="mod">
          <ac:chgData name="Ksheeraja Manaswini" userId="d1f3ec3f6592a3f5" providerId="LiveId" clId="{C0382007-FAB9-47D5-B5F6-5FCE264C18AC}" dt="2024-08-23T16:11:19.047" v="2891" actId="20577"/>
          <ac:spMkLst>
            <pc:docMk/>
            <pc:sldMk cId="1405326591" sldId="301"/>
            <ac:spMk id="18" creationId="{06E6C66F-9E52-B078-58C3-D686F4F2EEA7}"/>
          </ac:spMkLst>
        </pc:spChg>
        <pc:spChg chg="del">
          <ac:chgData name="Ksheeraja Manaswini" userId="d1f3ec3f6592a3f5" providerId="LiveId" clId="{C0382007-FAB9-47D5-B5F6-5FCE264C18AC}" dt="2024-08-23T16:11:39.037" v="2899" actId="478"/>
          <ac:spMkLst>
            <pc:docMk/>
            <pc:sldMk cId="1405326591" sldId="301"/>
            <ac:spMk id="20" creationId="{0D19C40F-CC2D-4173-4D88-F1AD6071C6D1}"/>
          </ac:spMkLst>
        </pc:spChg>
        <pc:spChg chg="mod">
          <ac:chgData name="Ksheeraja Manaswini" userId="d1f3ec3f6592a3f5" providerId="LiveId" clId="{C0382007-FAB9-47D5-B5F6-5FCE264C18AC}" dt="2024-08-23T16:09:57.642" v="2782" actId="20577"/>
          <ac:spMkLst>
            <pc:docMk/>
            <pc:sldMk cId="1405326591" sldId="301"/>
            <ac:spMk id="32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6:09:50.553" v="2774" actId="20577"/>
          <ac:spMkLst>
            <pc:docMk/>
            <pc:sldMk cId="1405326591" sldId="301"/>
            <ac:spMk id="321" creationId="{00000000-0000-0000-0000-000000000000}"/>
          </ac:spMkLst>
        </pc:spChg>
        <pc:picChg chg="add mod">
          <ac:chgData name="Ksheeraja Manaswini" userId="d1f3ec3f6592a3f5" providerId="LiveId" clId="{C0382007-FAB9-47D5-B5F6-5FCE264C18AC}" dt="2024-08-23T16:17:57.628" v="3053" actId="14100"/>
          <ac:picMkLst>
            <pc:docMk/>
            <pc:sldMk cId="1405326591" sldId="301"/>
            <ac:picMk id="8" creationId="{43C8DB30-3C61-454F-FCDC-6C34510EC438}"/>
          </ac:picMkLst>
        </pc:picChg>
        <pc:picChg chg="del">
          <ac:chgData name="Ksheeraja Manaswini" userId="d1f3ec3f6592a3f5" providerId="LiveId" clId="{C0382007-FAB9-47D5-B5F6-5FCE264C18AC}" dt="2024-08-23T16:17:20.079" v="3048" actId="478"/>
          <ac:picMkLst>
            <pc:docMk/>
            <pc:sldMk cId="1405326591" sldId="301"/>
            <ac:picMk id="15" creationId="{BCB31ABC-24AF-E7AF-6008-0591B44BB105}"/>
          </ac:picMkLst>
        </pc:picChg>
      </pc:sldChg>
      <pc:sldChg chg="addSp delSp modSp add mod modAnim">
        <pc:chgData name="Ksheeraja Manaswini" userId="d1f3ec3f6592a3f5" providerId="LiveId" clId="{C0382007-FAB9-47D5-B5F6-5FCE264C18AC}" dt="2024-08-23T16:48:58.823" v="3812"/>
        <pc:sldMkLst>
          <pc:docMk/>
          <pc:sldMk cId="1609015332" sldId="302"/>
        </pc:sldMkLst>
        <pc:spChg chg="mod">
          <ac:chgData name="Ksheeraja Manaswini" userId="d1f3ec3f6592a3f5" providerId="LiveId" clId="{C0382007-FAB9-47D5-B5F6-5FCE264C18AC}" dt="2024-08-23T16:22:41.858" v="3150" actId="20577"/>
          <ac:spMkLst>
            <pc:docMk/>
            <pc:sldMk cId="1609015332" sldId="302"/>
            <ac:spMk id="3" creationId="{A0CBD1D1-9302-D61D-3B01-0640143C0337}"/>
          </ac:spMkLst>
        </pc:spChg>
        <pc:spChg chg="mod">
          <ac:chgData name="Ksheeraja Manaswini" userId="d1f3ec3f6592a3f5" providerId="LiveId" clId="{C0382007-FAB9-47D5-B5F6-5FCE264C18AC}" dt="2024-08-23T16:48:58.823" v="3812"/>
          <ac:spMkLst>
            <pc:docMk/>
            <pc:sldMk cId="1609015332" sldId="302"/>
            <ac:spMk id="4" creationId="{903770CD-EC6C-A673-D167-60DD50ED5051}"/>
          </ac:spMkLst>
        </pc:spChg>
        <pc:spChg chg="mod">
          <ac:chgData name="Ksheeraja Manaswini" userId="d1f3ec3f6592a3f5" providerId="LiveId" clId="{C0382007-FAB9-47D5-B5F6-5FCE264C18AC}" dt="2024-08-23T16:24:40.921" v="3258" actId="14861"/>
          <ac:spMkLst>
            <pc:docMk/>
            <pc:sldMk cId="1609015332" sldId="302"/>
            <ac:spMk id="5" creationId="{87AC44C7-D50F-00CF-E249-BDAB545A1473}"/>
          </ac:spMkLst>
        </pc:spChg>
        <pc:spChg chg="add mod">
          <ac:chgData name="Ksheeraja Manaswini" userId="d1f3ec3f6592a3f5" providerId="LiveId" clId="{C0382007-FAB9-47D5-B5F6-5FCE264C18AC}" dt="2024-08-23T16:24:20.325" v="3257" actId="20577"/>
          <ac:spMkLst>
            <pc:docMk/>
            <pc:sldMk cId="1609015332" sldId="302"/>
            <ac:spMk id="7" creationId="{D14FEACF-04CA-82E8-AFA5-EF38CA190E01}"/>
          </ac:spMkLst>
        </pc:spChg>
        <pc:spChg chg="add mod">
          <ac:chgData name="Ksheeraja Manaswini" userId="d1f3ec3f6592a3f5" providerId="LiveId" clId="{C0382007-FAB9-47D5-B5F6-5FCE264C18AC}" dt="2024-08-23T16:23:59.949" v="3203" actId="20577"/>
          <ac:spMkLst>
            <pc:docMk/>
            <pc:sldMk cId="1609015332" sldId="302"/>
            <ac:spMk id="8" creationId="{BEB46B63-CD63-0DF8-D12B-1C471572AEF9}"/>
          </ac:spMkLst>
        </pc:spChg>
        <pc:spChg chg="mod">
          <ac:chgData name="Ksheeraja Manaswini" userId="d1f3ec3f6592a3f5" providerId="LiveId" clId="{C0382007-FAB9-47D5-B5F6-5FCE264C18AC}" dt="2024-08-23T16:25:10.623" v="3259" actId="14861"/>
          <ac:spMkLst>
            <pc:docMk/>
            <pc:sldMk cId="1609015332" sldId="302"/>
            <ac:spMk id="16" creationId="{B2247B6F-9C47-A625-D997-6796FC4092CA}"/>
          </ac:spMkLst>
        </pc:spChg>
        <pc:spChg chg="mod">
          <ac:chgData name="Ksheeraja Manaswini" userId="d1f3ec3f6592a3f5" providerId="LiveId" clId="{C0382007-FAB9-47D5-B5F6-5FCE264C18AC}" dt="2024-08-23T16:25:16.920" v="3260" actId="14861"/>
          <ac:spMkLst>
            <pc:docMk/>
            <pc:sldMk cId="1609015332" sldId="302"/>
            <ac:spMk id="18" creationId="{06E6C66F-9E52-B078-58C3-D686F4F2EEA7}"/>
          </ac:spMkLst>
        </pc:spChg>
        <pc:spChg chg="mod">
          <ac:chgData name="Ksheeraja Manaswini" userId="d1f3ec3f6592a3f5" providerId="LiveId" clId="{C0382007-FAB9-47D5-B5F6-5FCE264C18AC}" dt="2024-08-23T16:17:11.919" v="3047" actId="20577"/>
          <ac:spMkLst>
            <pc:docMk/>
            <pc:sldMk cId="1609015332" sldId="302"/>
            <ac:spMk id="32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6:17:05.062" v="3031" actId="20577"/>
          <ac:spMkLst>
            <pc:docMk/>
            <pc:sldMk cId="1609015332" sldId="302"/>
            <ac:spMk id="321" creationId="{00000000-0000-0000-0000-000000000000}"/>
          </ac:spMkLst>
        </pc:spChg>
        <pc:picChg chg="add mod">
          <ac:chgData name="Ksheeraja Manaswini" userId="d1f3ec3f6592a3f5" providerId="LiveId" clId="{C0382007-FAB9-47D5-B5F6-5FCE264C18AC}" dt="2024-08-23T16:18:53.430" v="3057" actId="1076"/>
          <ac:picMkLst>
            <pc:docMk/>
            <pc:sldMk cId="1609015332" sldId="302"/>
            <ac:picMk id="6" creationId="{F26F314B-D664-54A9-BD5E-B35749EF99A3}"/>
          </ac:picMkLst>
        </pc:picChg>
        <pc:picChg chg="del">
          <ac:chgData name="Ksheeraja Manaswini" userId="d1f3ec3f6592a3f5" providerId="LiveId" clId="{C0382007-FAB9-47D5-B5F6-5FCE264C18AC}" dt="2024-08-23T16:18:34.061" v="3054" actId="478"/>
          <ac:picMkLst>
            <pc:docMk/>
            <pc:sldMk cId="1609015332" sldId="302"/>
            <ac:picMk id="15" creationId="{BCB31ABC-24AF-E7AF-6008-0591B44BB105}"/>
          </ac:picMkLst>
        </pc:picChg>
      </pc:sldChg>
      <pc:sldChg chg="modSp add del mod ord">
        <pc:chgData name="Ksheeraja Manaswini" userId="d1f3ec3f6592a3f5" providerId="LiveId" clId="{C0382007-FAB9-47D5-B5F6-5FCE264C18AC}" dt="2024-08-23T16:30:03.001" v="3402" actId="47"/>
        <pc:sldMkLst>
          <pc:docMk/>
          <pc:sldMk cId="3354397026" sldId="303"/>
        </pc:sldMkLst>
        <pc:spChg chg="mod">
          <ac:chgData name="Ksheeraja Manaswini" userId="d1f3ec3f6592a3f5" providerId="LiveId" clId="{C0382007-FAB9-47D5-B5F6-5FCE264C18AC}" dt="2024-08-23T16:26:34.635" v="3279" actId="20577"/>
          <ac:spMkLst>
            <pc:docMk/>
            <pc:sldMk cId="3354397026" sldId="303"/>
            <ac:spMk id="320" creationId="{00000000-0000-0000-0000-000000000000}"/>
          </ac:spMkLst>
        </pc:spChg>
        <pc:spChg chg="mod">
          <ac:chgData name="Ksheeraja Manaswini" userId="d1f3ec3f6592a3f5" providerId="LiveId" clId="{C0382007-FAB9-47D5-B5F6-5FCE264C18AC}" dt="2024-08-23T16:26:15.336" v="3267" actId="20577"/>
          <ac:spMkLst>
            <pc:docMk/>
            <pc:sldMk cId="3354397026" sldId="303"/>
            <ac:spMk id="321" creationId="{00000000-0000-0000-0000-000000000000}"/>
          </ac:spMkLst>
        </pc:spChg>
      </pc:sldChg>
      <pc:sldMasterChg chg="delSldLayout">
        <pc:chgData name="Ksheeraja Manaswini" userId="d1f3ec3f6592a3f5" providerId="LiveId" clId="{C0382007-FAB9-47D5-B5F6-5FCE264C18AC}" dt="2024-08-23T16:30:22.535" v="3416" actId="47"/>
        <pc:sldMasterMkLst>
          <pc:docMk/>
          <pc:sldMasterMk cId="0" sldId="2147483671"/>
        </pc:sldMasterMkLst>
        <pc:sldLayoutChg chg="del">
          <pc:chgData name="Ksheeraja Manaswini" userId="d1f3ec3f6592a3f5" providerId="LiveId" clId="{C0382007-FAB9-47D5-B5F6-5FCE264C18AC}" dt="2024-08-23T16:30:22.535" v="3416" actId="47"/>
          <pc:sldLayoutMkLst>
            <pc:docMk/>
            <pc:sldMasterMk cId="0" sldId="2147483671"/>
            <pc:sldLayoutMk cId="0" sldId="2147483650"/>
          </pc:sldLayoutMkLst>
        </pc:sldLayoutChg>
        <pc:sldLayoutChg chg="del">
          <pc:chgData name="Ksheeraja Manaswini" userId="d1f3ec3f6592a3f5" providerId="LiveId" clId="{C0382007-FAB9-47D5-B5F6-5FCE264C18AC}" dt="2024-08-23T16:30:04.402" v="3403" actId="47"/>
          <pc:sldLayoutMkLst>
            <pc:docMk/>
            <pc:sldMasterMk cId="0" sldId="2147483671"/>
            <pc:sldLayoutMk cId="0" sldId="2147483651"/>
          </pc:sldLayoutMkLst>
        </pc:sldLayoutChg>
        <pc:sldLayoutChg chg="del">
          <pc:chgData name="Ksheeraja Manaswini" userId="d1f3ec3f6592a3f5" providerId="LiveId" clId="{C0382007-FAB9-47D5-B5F6-5FCE264C18AC}" dt="2024-08-23T14:41:25.863" v="1088" actId="47"/>
          <pc:sldLayoutMkLst>
            <pc:docMk/>
            <pc:sldMasterMk cId="0" sldId="2147483671"/>
            <pc:sldLayoutMk cId="0" sldId="2147483653"/>
          </pc:sldLayoutMkLst>
        </pc:sldLayoutChg>
        <pc:sldLayoutChg chg="del">
          <pc:chgData name="Ksheeraja Manaswini" userId="d1f3ec3f6592a3f5" providerId="LiveId" clId="{C0382007-FAB9-47D5-B5F6-5FCE264C18AC}" dt="2024-08-23T16:30:17.255" v="3412" actId="47"/>
          <pc:sldLayoutMkLst>
            <pc:docMk/>
            <pc:sldMasterMk cId="0" sldId="2147483671"/>
            <pc:sldLayoutMk cId="0" sldId="2147483661"/>
          </pc:sldLayoutMkLst>
        </pc:sldLayoutChg>
        <pc:sldLayoutChg chg="del">
          <pc:chgData name="Ksheeraja Manaswini" userId="d1f3ec3f6592a3f5" providerId="LiveId" clId="{C0382007-FAB9-47D5-B5F6-5FCE264C18AC}" dt="2024-08-23T16:30:06.954" v="3405" actId="47"/>
          <pc:sldLayoutMkLst>
            <pc:docMk/>
            <pc:sldMasterMk cId="0" sldId="2147483671"/>
            <pc:sldLayoutMk cId="0" sldId="2147483663"/>
          </pc:sldLayoutMkLst>
        </pc:sldLayoutChg>
        <pc:sldLayoutChg chg="del">
          <pc:chgData name="Ksheeraja Manaswini" userId="d1f3ec3f6592a3f5" providerId="LiveId" clId="{C0382007-FAB9-47D5-B5F6-5FCE264C18AC}" dt="2024-08-23T14:53:53.987" v="1396" actId="2696"/>
          <pc:sldLayoutMkLst>
            <pc:docMk/>
            <pc:sldMasterMk cId="0" sldId="2147483671"/>
            <pc:sldLayoutMk cId="0" sldId="2147483664"/>
          </pc:sldLayoutMkLst>
        </pc:sldLayoutChg>
        <pc:sldLayoutChg chg="del">
          <pc:chgData name="Ksheeraja Manaswini" userId="d1f3ec3f6592a3f5" providerId="LiveId" clId="{C0382007-FAB9-47D5-B5F6-5FCE264C18AC}" dt="2024-08-23T16:30:07.761" v="3406" actId="47"/>
          <pc:sldLayoutMkLst>
            <pc:docMk/>
            <pc:sldMasterMk cId="0" sldId="2147483671"/>
            <pc:sldLayoutMk cId="0" sldId="2147483665"/>
          </pc:sldLayoutMkLst>
        </pc:sldLayoutChg>
      </pc:sldMasterChg>
      <pc:sldMasterChg chg="del delSldLayout">
        <pc:chgData name="Ksheeraja Manaswini" userId="d1f3ec3f6592a3f5" providerId="LiveId" clId="{C0382007-FAB9-47D5-B5F6-5FCE264C18AC}" dt="2024-08-23T16:30:34.750" v="3434" actId="47"/>
        <pc:sldMasterMkLst>
          <pc:docMk/>
          <pc:sldMasterMk cId="0" sldId="2147483672"/>
        </pc:sldMasterMkLst>
        <pc:sldLayoutChg chg="del">
          <pc:chgData name="Ksheeraja Manaswini" userId="d1f3ec3f6592a3f5" providerId="LiveId" clId="{C0382007-FAB9-47D5-B5F6-5FCE264C18AC}" dt="2024-08-23T16:30:34.750" v="3434" actId="47"/>
          <pc:sldLayoutMkLst>
            <pc:docMk/>
            <pc:sldMasterMk cId="0" sldId="2147483672"/>
            <pc:sldLayoutMk cId="0" sldId="2147483669"/>
          </pc:sldLayoutMkLst>
        </pc:sldLayoutChg>
        <pc:sldLayoutChg chg="del">
          <pc:chgData name="Ksheeraja Manaswini" userId="d1f3ec3f6592a3f5" providerId="LiveId" clId="{C0382007-FAB9-47D5-B5F6-5FCE264C18AC}" dt="2024-08-23T16:30:34.113" v="3433" actId="47"/>
          <pc:sldLayoutMkLst>
            <pc:docMk/>
            <pc:sldMasterMk cId="0" sldId="2147483672"/>
            <pc:sldLayoutMk cId="0" sldId="2147483670"/>
          </pc:sldLayoutMkLst>
        </pc:sldLayoutChg>
      </pc:sldMasterChg>
    </pc:docChg>
  </pc:docChgLst>
  <pc:docChgLst>
    <pc:chgData name="Ksheeraja Manaswini" userId="d1f3ec3f6592a3f5" providerId="LiveId" clId="{C6AA9CBD-B3F6-4572-9249-CE9C44256387}"/>
    <pc:docChg chg="undo redo custSel addSld delSld modSld sldOrd addSection delSection modSection">
      <pc:chgData name="Ksheeraja Manaswini" userId="d1f3ec3f6592a3f5" providerId="LiveId" clId="{C6AA9CBD-B3F6-4572-9249-CE9C44256387}" dt="2024-10-19T04:17:01.744" v="4057" actId="14826"/>
      <pc:docMkLst>
        <pc:docMk/>
      </pc:docMkLst>
      <pc:sldChg chg="modSp mod">
        <pc:chgData name="Ksheeraja Manaswini" userId="d1f3ec3f6592a3f5" providerId="LiveId" clId="{C6AA9CBD-B3F6-4572-9249-CE9C44256387}" dt="2024-10-18T06:17:08.500" v="1090" actId="20577"/>
        <pc:sldMkLst>
          <pc:docMk/>
          <pc:sldMk cId="0" sldId="256"/>
        </pc:sldMkLst>
        <pc:spChg chg="mod">
          <ac:chgData name="Ksheeraja Manaswini" userId="d1f3ec3f6592a3f5" providerId="LiveId" clId="{C6AA9CBD-B3F6-4572-9249-CE9C44256387}" dt="2024-10-18T06:17:08.500" v="1090" actId="20577"/>
          <ac:spMkLst>
            <pc:docMk/>
            <pc:sldMk cId="0" sldId="256"/>
            <ac:spMk id="2" creationId="{2DB5E6B6-85B7-A76E-C30E-0732A7956A8D}"/>
          </ac:spMkLst>
        </pc:spChg>
      </pc:sldChg>
      <pc:sldChg chg="addSp modSp mod modAnim">
        <pc:chgData name="Ksheeraja Manaswini" userId="d1f3ec3f6592a3f5" providerId="LiveId" clId="{C6AA9CBD-B3F6-4572-9249-CE9C44256387}" dt="2024-10-17T16:19:50.636" v="497" actId="20577"/>
        <pc:sldMkLst>
          <pc:docMk/>
          <pc:sldMk cId="0" sldId="258"/>
        </pc:sldMkLst>
        <pc:spChg chg="add mod">
          <ac:chgData name="Ksheeraja Manaswini" userId="d1f3ec3f6592a3f5" providerId="LiveId" clId="{C6AA9CBD-B3F6-4572-9249-CE9C44256387}" dt="2024-10-17T16:16:41.768" v="306" actId="20577"/>
          <ac:spMkLst>
            <pc:docMk/>
            <pc:sldMk cId="0" sldId="258"/>
            <ac:spMk id="2" creationId="{55777903-253B-931A-33A9-42BE2420ADB8}"/>
          </ac:spMkLst>
        </pc:spChg>
        <pc:spChg chg="add mod">
          <ac:chgData name="Ksheeraja Manaswini" userId="d1f3ec3f6592a3f5" providerId="LiveId" clId="{C6AA9CBD-B3F6-4572-9249-CE9C44256387}" dt="2024-10-17T16:16:48.997" v="312" actId="1036"/>
          <ac:spMkLst>
            <pc:docMk/>
            <pc:sldMk cId="0" sldId="258"/>
            <ac:spMk id="3" creationId="{D8BEA5A4-00F2-0F41-8466-9AA5D114B5A1}"/>
          </ac:spMkLst>
        </pc:spChg>
        <pc:spChg chg="add mod">
          <ac:chgData name="Ksheeraja Manaswini" userId="d1f3ec3f6592a3f5" providerId="LiveId" clId="{C6AA9CBD-B3F6-4572-9249-CE9C44256387}" dt="2024-10-17T16:17:27.415" v="329" actId="20577"/>
          <ac:spMkLst>
            <pc:docMk/>
            <pc:sldMk cId="0" sldId="258"/>
            <ac:spMk id="4" creationId="{133151C5-9FB9-8A82-2829-F32833D01E51}"/>
          </ac:spMkLst>
        </pc:spChg>
        <pc:spChg chg="add mod">
          <ac:chgData name="Ksheeraja Manaswini" userId="d1f3ec3f6592a3f5" providerId="LiveId" clId="{C6AA9CBD-B3F6-4572-9249-CE9C44256387}" dt="2024-10-17T16:17:24.569" v="325" actId="20577"/>
          <ac:spMkLst>
            <pc:docMk/>
            <pc:sldMk cId="0" sldId="258"/>
            <ac:spMk id="5" creationId="{5B8CC748-75AF-88AD-A9E7-B85F9AF3DECB}"/>
          </ac:spMkLst>
        </pc:spChg>
        <pc:spChg chg="add mod">
          <ac:chgData name="Ksheeraja Manaswini" userId="d1f3ec3f6592a3f5" providerId="LiveId" clId="{C6AA9CBD-B3F6-4572-9249-CE9C44256387}" dt="2024-10-17T16:18:30.057" v="394" actId="20577"/>
          <ac:spMkLst>
            <pc:docMk/>
            <pc:sldMk cId="0" sldId="258"/>
            <ac:spMk id="6" creationId="{53FD2FD9-343A-C78D-CD16-E32FF7251DBA}"/>
          </ac:spMkLst>
        </pc:spChg>
        <pc:spChg chg="add mod">
          <ac:chgData name="Ksheeraja Manaswini" userId="d1f3ec3f6592a3f5" providerId="LiveId" clId="{C6AA9CBD-B3F6-4572-9249-CE9C44256387}" dt="2024-10-17T16:18:35.419" v="406" actId="20577"/>
          <ac:spMkLst>
            <pc:docMk/>
            <pc:sldMk cId="0" sldId="258"/>
            <ac:spMk id="7" creationId="{A9143D14-5BA2-59E4-2CA8-3FCA897F7D83}"/>
          </ac:spMkLst>
        </pc:spChg>
        <pc:spChg chg="add mod">
          <ac:chgData name="Ksheeraja Manaswini" userId="d1f3ec3f6592a3f5" providerId="LiveId" clId="{C6AA9CBD-B3F6-4572-9249-CE9C44256387}" dt="2024-10-17T16:19:50.636" v="497" actId="20577"/>
          <ac:spMkLst>
            <pc:docMk/>
            <pc:sldMk cId="0" sldId="258"/>
            <ac:spMk id="8" creationId="{F26FFD8B-AFCF-5089-C7A7-4094F24522CE}"/>
          </ac:spMkLst>
        </pc:spChg>
        <pc:spChg chg="add mod">
          <ac:chgData name="Ksheeraja Manaswini" userId="d1f3ec3f6592a3f5" providerId="LiveId" clId="{C6AA9CBD-B3F6-4572-9249-CE9C44256387}" dt="2024-10-17T16:19:42.017" v="483" actId="404"/>
          <ac:spMkLst>
            <pc:docMk/>
            <pc:sldMk cId="0" sldId="258"/>
            <ac:spMk id="9" creationId="{C772E22F-AF37-596B-41ED-F9970F9EDE36}"/>
          </ac:spMkLst>
        </pc:spChg>
        <pc:spChg chg="mod">
          <ac:chgData name="Ksheeraja Manaswini" userId="d1f3ec3f6592a3f5" providerId="LiveId" clId="{C6AA9CBD-B3F6-4572-9249-CE9C44256387}" dt="2024-10-17T16:17:17.578" v="319" actId="20577"/>
          <ac:spMkLst>
            <pc:docMk/>
            <pc:sldMk cId="0" sldId="258"/>
            <ac:spMk id="298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7:19.965" v="321" actId="20577"/>
          <ac:spMkLst>
            <pc:docMk/>
            <pc:sldMk cId="0" sldId="258"/>
            <ac:spMk id="30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7:44.407" v="349" actId="20577"/>
          <ac:spMkLst>
            <pc:docMk/>
            <pc:sldMk cId="0" sldId="258"/>
            <ac:spMk id="301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7:22.270" v="323" actId="20577"/>
          <ac:spMkLst>
            <pc:docMk/>
            <pc:sldMk cId="0" sldId="258"/>
            <ac:spMk id="303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7:39.458" v="337" actId="20577"/>
          <ac:spMkLst>
            <pc:docMk/>
            <pc:sldMk cId="0" sldId="258"/>
            <ac:spMk id="304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7:51.332" v="366" actId="20577"/>
          <ac:spMkLst>
            <pc:docMk/>
            <pc:sldMk cId="0" sldId="258"/>
            <ac:spMk id="305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9:20.589" v="440" actId="20577"/>
          <ac:spMkLst>
            <pc:docMk/>
            <pc:sldMk cId="0" sldId="258"/>
            <ac:spMk id="306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9:25.280" v="452" actId="20577"/>
          <ac:spMkLst>
            <pc:docMk/>
            <pc:sldMk cId="0" sldId="258"/>
            <ac:spMk id="307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7T16:19:32.627" v="459" actId="20577"/>
          <ac:spMkLst>
            <pc:docMk/>
            <pc:sldMk cId="0" sldId="258"/>
            <ac:spMk id="308" creationId="{00000000-0000-0000-0000-000000000000}"/>
          </ac:spMkLst>
        </pc:spChg>
      </pc:sldChg>
      <pc:sldChg chg="addSp delSp modSp mod modAnim">
        <pc:chgData name="Ksheeraja Manaswini" userId="d1f3ec3f6592a3f5" providerId="LiveId" clId="{C6AA9CBD-B3F6-4572-9249-CE9C44256387}" dt="2024-10-18T05:53:46.422" v="1053" actId="20577"/>
        <pc:sldMkLst>
          <pc:docMk/>
          <pc:sldMk cId="0" sldId="260"/>
        </pc:sldMkLst>
        <pc:spChg chg="add mod">
          <ac:chgData name="Ksheeraja Manaswini" userId="d1f3ec3f6592a3f5" providerId="LiveId" clId="{C6AA9CBD-B3F6-4572-9249-CE9C44256387}" dt="2024-10-18T05:47:17.374" v="993"/>
          <ac:spMkLst>
            <pc:docMk/>
            <pc:sldMk cId="0" sldId="260"/>
            <ac:spMk id="7" creationId="{DB4B2FDC-9DC9-22C0-6FC8-985F7B099E6B}"/>
          </ac:spMkLst>
        </pc:spChg>
        <pc:spChg chg="mod">
          <ac:chgData name="Ksheeraja Manaswini" userId="d1f3ec3f6592a3f5" providerId="LiveId" clId="{C6AA9CBD-B3F6-4572-9249-CE9C44256387}" dt="2024-10-17T16:55:10.078" v="573" actId="1076"/>
          <ac:spMkLst>
            <pc:docMk/>
            <pc:sldMk cId="0" sldId="260"/>
            <ac:spMk id="9" creationId="{C4939269-CE1B-E227-452B-1D823FDEE507}"/>
          </ac:spMkLst>
        </pc:spChg>
        <pc:spChg chg="add mod">
          <ac:chgData name="Ksheeraja Manaswini" userId="d1f3ec3f6592a3f5" providerId="LiveId" clId="{C6AA9CBD-B3F6-4572-9249-CE9C44256387}" dt="2024-10-18T05:47:17.374" v="993"/>
          <ac:spMkLst>
            <pc:docMk/>
            <pc:sldMk cId="0" sldId="260"/>
            <ac:spMk id="10" creationId="{95813C5E-4C60-40B0-7785-6BF563B6212A}"/>
          </ac:spMkLst>
        </pc:spChg>
        <pc:spChg chg="add del mod">
          <ac:chgData name="Ksheeraja Manaswini" userId="d1f3ec3f6592a3f5" providerId="LiveId" clId="{C6AA9CBD-B3F6-4572-9249-CE9C44256387}" dt="2024-10-18T05:52:55.220" v="1010" actId="478"/>
          <ac:spMkLst>
            <pc:docMk/>
            <pc:sldMk cId="0" sldId="260"/>
            <ac:spMk id="11" creationId="{1905274C-16DD-38AA-F0BE-D56A1445746A}"/>
          </ac:spMkLst>
        </pc:spChg>
        <pc:spChg chg="add mod">
          <ac:chgData name="Ksheeraja Manaswini" userId="d1f3ec3f6592a3f5" providerId="LiveId" clId="{C6AA9CBD-B3F6-4572-9249-CE9C44256387}" dt="2024-10-18T05:47:57.520" v="999"/>
          <ac:spMkLst>
            <pc:docMk/>
            <pc:sldMk cId="0" sldId="260"/>
            <ac:spMk id="13" creationId="{1B244E4A-49B5-D70D-899D-24A4D0C23013}"/>
          </ac:spMkLst>
        </pc:spChg>
        <pc:spChg chg="add mod">
          <ac:chgData name="Ksheeraja Manaswini" userId="d1f3ec3f6592a3f5" providerId="LiveId" clId="{C6AA9CBD-B3F6-4572-9249-CE9C44256387}" dt="2024-10-18T05:53:46.422" v="1053" actId="20577"/>
          <ac:spMkLst>
            <pc:docMk/>
            <pc:sldMk cId="0" sldId="260"/>
            <ac:spMk id="14" creationId="{5C34AAC7-D441-BAFF-8A45-6BA7D5A86653}"/>
          </ac:spMkLst>
        </pc:spChg>
        <pc:spChg chg="mod">
          <ac:chgData name="Ksheeraja Manaswini" userId="d1f3ec3f6592a3f5" providerId="LiveId" clId="{C6AA9CBD-B3F6-4572-9249-CE9C44256387}" dt="2024-10-17T16:19:58.528" v="505" actId="20577"/>
          <ac:spMkLst>
            <pc:docMk/>
            <pc:sldMk cId="0" sldId="260"/>
            <ac:spMk id="320" creationId="{00000000-0000-0000-0000-000000000000}"/>
          </ac:spMkLst>
        </pc:spChg>
        <pc:grpChg chg="add mod">
          <ac:chgData name="Ksheeraja Manaswini" userId="d1f3ec3f6592a3f5" providerId="LiveId" clId="{C6AA9CBD-B3F6-4572-9249-CE9C44256387}" dt="2024-10-18T05:47:51.467" v="998" actId="1076"/>
          <ac:grpSpMkLst>
            <pc:docMk/>
            <pc:sldMk cId="0" sldId="260"/>
            <ac:grpSpMk id="6" creationId="{E99122FF-F1BF-E503-F342-92EE7E4A8D78}"/>
          </ac:grpSpMkLst>
        </pc:grpChg>
        <pc:grpChg chg="add mod">
          <ac:chgData name="Ksheeraja Manaswini" userId="d1f3ec3f6592a3f5" providerId="LiveId" clId="{C6AA9CBD-B3F6-4572-9249-CE9C44256387}" dt="2024-10-18T05:48:39.358" v="1005" actId="1076"/>
          <ac:grpSpMkLst>
            <pc:docMk/>
            <pc:sldMk cId="0" sldId="260"/>
            <ac:grpSpMk id="12" creationId="{350EF6B5-E62E-5E2F-44A5-8108B4469CDC}"/>
          </ac:grpSpMkLst>
        </pc:grpChg>
        <pc:graphicFrameChg chg="add mod modGraphic">
          <ac:chgData name="Ksheeraja Manaswini" userId="d1f3ec3f6592a3f5" providerId="LiveId" clId="{C6AA9CBD-B3F6-4572-9249-CE9C44256387}" dt="2024-10-18T05:53:05.495" v="1012"/>
          <ac:graphicFrameMkLst>
            <pc:docMk/>
            <pc:sldMk cId="0" sldId="260"/>
            <ac:graphicFrameMk id="2" creationId="{847019A6-1FEE-0C9A-3CC1-29FF4EABFE01}"/>
          </ac:graphicFrameMkLst>
        </pc:graphicFrameChg>
        <pc:picChg chg="add del mod">
          <ac:chgData name="Ksheeraja Manaswini" userId="d1f3ec3f6592a3f5" providerId="LiveId" clId="{C6AA9CBD-B3F6-4572-9249-CE9C44256387}" dt="2024-10-18T05:46:53.001" v="990" actId="478"/>
          <ac:picMkLst>
            <pc:docMk/>
            <pc:sldMk cId="0" sldId="260"/>
            <ac:picMk id="5" creationId="{1750329E-763D-2B3D-E0F7-A9A301CAD4DB}"/>
          </ac:picMkLst>
        </pc:picChg>
        <pc:picChg chg="mod">
          <ac:chgData name="Ksheeraja Manaswini" userId="d1f3ec3f6592a3f5" providerId="LiveId" clId="{C6AA9CBD-B3F6-4572-9249-CE9C44256387}" dt="2024-10-18T05:47:49.197" v="997" actId="1076"/>
          <ac:picMkLst>
            <pc:docMk/>
            <pc:sldMk cId="0" sldId="260"/>
            <ac:picMk id="8" creationId="{0B2343FE-0832-C255-E167-2682FCE86874}"/>
          </ac:picMkLst>
        </pc:picChg>
        <pc:picChg chg="add del mod">
          <ac:chgData name="Ksheeraja Manaswini" userId="d1f3ec3f6592a3f5" providerId="LiveId" clId="{C6AA9CBD-B3F6-4572-9249-CE9C44256387}" dt="2024-10-17T16:57:20.899" v="582" actId="478"/>
          <ac:picMkLst>
            <pc:docMk/>
            <pc:sldMk cId="0" sldId="260"/>
            <ac:picMk id="1026" creationId="{DABA9CB9-5D0C-DC28-D085-1F5F0510F430}"/>
          </ac:picMkLst>
        </pc:picChg>
      </pc:sldChg>
      <pc:sldChg chg="del">
        <pc:chgData name="Ksheeraja Manaswini" userId="d1f3ec3f6592a3f5" providerId="LiveId" clId="{C6AA9CBD-B3F6-4572-9249-CE9C44256387}" dt="2024-10-18T08:20:09.833" v="3337" actId="2696"/>
        <pc:sldMkLst>
          <pc:docMk/>
          <pc:sldMk cId="0" sldId="262"/>
        </pc:sldMkLst>
      </pc:sldChg>
      <pc:sldChg chg="del ord">
        <pc:chgData name="Ksheeraja Manaswini" userId="d1f3ec3f6592a3f5" providerId="LiveId" clId="{C6AA9CBD-B3F6-4572-9249-CE9C44256387}" dt="2024-10-18T06:59:49.616" v="1773" actId="47"/>
        <pc:sldMkLst>
          <pc:docMk/>
          <pc:sldMk cId="0" sldId="266"/>
        </pc:sldMkLst>
      </pc:sldChg>
      <pc:sldChg chg="del">
        <pc:chgData name="Ksheeraja Manaswini" userId="d1f3ec3f6592a3f5" providerId="LiveId" clId="{C6AA9CBD-B3F6-4572-9249-CE9C44256387}" dt="2024-10-18T08:20:09.833" v="3337" actId="2696"/>
        <pc:sldMkLst>
          <pc:docMk/>
          <pc:sldMk cId="0" sldId="269"/>
        </pc:sldMkLst>
      </pc:sldChg>
      <pc:sldChg chg="del">
        <pc:chgData name="Ksheeraja Manaswini" userId="d1f3ec3f6592a3f5" providerId="LiveId" clId="{C6AA9CBD-B3F6-4572-9249-CE9C44256387}" dt="2024-10-18T08:20:09.833" v="3337" actId="2696"/>
        <pc:sldMkLst>
          <pc:docMk/>
          <pc:sldMk cId="0" sldId="271"/>
        </pc:sldMkLst>
      </pc:sldChg>
      <pc:sldChg chg="del">
        <pc:chgData name="Ksheeraja Manaswini" userId="d1f3ec3f6592a3f5" providerId="LiveId" clId="{C6AA9CBD-B3F6-4572-9249-CE9C44256387}" dt="2024-10-18T08:20:09.833" v="3337" actId="2696"/>
        <pc:sldMkLst>
          <pc:docMk/>
          <pc:sldMk cId="0" sldId="275"/>
        </pc:sldMkLst>
      </pc:sldChg>
      <pc:sldChg chg="add">
        <pc:chgData name="Ksheeraja Manaswini" userId="d1f3ec3f6592a3f5" providerId="LiveId" clId="{C6AA9CBD-B3F6-4572-9249-CE9C44256387}" dt="2024-10-18T08:29:08.331" v="3848"/>
        <pc:sldMkLst>
          <pc:docMk/>
          <pc:sldMk cId="121337573" sldId="275"/>
        </pc:sldMkLst>
      </pc:sldChg>
      <pc:sldChg chg="del">
        <pc:chgData name="Ksheeraja Manaswini" userId="d1f3ec3f6592a3f5" providerId="LiveId" clId="{C6AA9CBD-B3F6-4572-9249-CE9C44256387}" dt="2024-10-18T08:20:09.833" v="3337" actId="2696"/>
        <pc:sldMkLst>
          <pc:docMk/>
          <pc:sldMk cId="2699644217" sldId="296"/>
        </pc:sldMkLst>
      </pc:sldChg>
      <pc:sldChg chg="addSp delSp modSp mod ord addAnim delAnim modAnim">
        <pc:chgData name="Ksheeraja Manaswini" userId="d1f3ec3f6592a3f5" providerId="LiveId" clId="{C6AA9CBD-B3F6-4572-9249-CE9C44256387}" dt="2024-10-18T06:12:01.711" v="1069" actId="208"/>
        <pc:sldMkLst>
          <pc:docMk/>
          <pc:sldMk cId="3740570868" sldId="299"/>
        </pc:sldMkLst>
        <pc:spChg chg="add mod">
          <ac:chgData name="Ksheeraja Manaswini" userId="d1f3ec3f6592a3f5" providerId="LiveId" clId="{C6AA9CBD-B3F6-4572-9249-CE9C44256387}" dt="2024-10-17T17:06:47.106" v="884"/>
          <ac:spMkLst>
            <pc:docMk/>
            <pc:sldMk cId="3740570868" sldId="299"/>
            <ac:spMk id="2" creationId="{038060C0-E3DD-676C-E83B-B325321EFCF4}"/>
          </ac:spMkLst>
        </pc:spChg>
        <pc:spChg chg="add mod">
          <ac:chgData name="Ksheeraja Manaswini" userId="d1f3ec3f6592a3f5" providerId="LiveId" clId="{C6AA9CBD-B3F6-4572-9249-CE9C44256387}" dt="2024-10-18T05:56:40.904" v="1059" actId="207"/>
          <ac:spMkLst>
            <pc:docMk/>
            <pc:sldMk cId="3740570868" sldId="299"/>
            <ac:spMk id="2" creationId="{F4764103-3D2C-E5E3-8200-4D3410CD3ADA}"/>
          </ac:spMkLst>
        </pc:spChg>
        <pc:spChg chg="add del mod">
          <ac:chgData name="Ksheeraja Manaswini" userId="d1f3ec3f6592a3f5" providerId="LiveId" clId="{C6AA9CBD-B3F6-4572-9249-CE9C44256387}" dt="2024-10-18T05:56:15.268" v="1055" actId="478"/>
          <ac:spMkLst>
            <pc:docMk/>
            <pc:sldMk cId="3740570868" sldId="299"/>
            <ac:spMk id="5" creationId="{87AC44C7-D50F-00CF-E249-BDAB545A1473}"/>
          </ac:spMkLst>
        </pc:spChg>
        <pc:spChg chg="add del">
          <ac:chgData name="Ksheeraja Manaswini" userId="d1f3ec3f6592a3f5" providerId="LiveId" clId="{C6AA9CBD-B3F6-4572-9249-CE9C44256387}" dt="2024-10-17T17:07:00.910" v="889" actId="478"/>
          <ac:spMkLst>
            <pc:docMk/>
            <pc:sldMk cId="3740570868" sldId="299"/>
            <ac:spMk id="10" creationId="{D1E7AAE4-AB65-C824-5B3A-FF571ACB0B17}"/>
          </ac:spMkLst>
        </pc:spChg>
        <pc:spChg chg="add del mod">
          <ac:chgData name="Ksheeraja Manaswini" userId="d1f3ec3f6592a3f5" providerId="LiveId" clId="{C6AA9CBD-B3F6-4572-9249-CE9C44256387}" dt="2024-10-18T05:56:17.358" v="1056" actId="478"/>
          <ac:spMkLst>
            <pc:docMk/>
            <pc:sldMk cId="3740570868" sldId="299"/>
            <ac:spMk id="16" creationId="{B2247B6F-9C47-A625-D997-6796FC4092CA}"/>
          </ac:spMkLst>
        </pc:spChg>
        <pc:spChg chg="add del mod">
          <ac:chgData name="Ksheeraja Manaswini" userId="d1f3ec3f6592a3f5" providerId="LiveId" clId="{C6AA9CBD-B3F6-4572-9249-CE9C44256387}" dt="2024-10-17T17:07:06.758" v="891" actId="478"/>
          <ac:spMkLst>
            <pc:docMk/>
            <pc:sldMk cId="3740570868" sldId="299"/>
            <ac:spMk id="17" creationId="{55238DF1-71C2-37C8-8CE1-A9B4E2CD5354}"/>
          </ac:spMkLst>
        </pc:spChg>
        <pc:spChg chg="add del mod">
          <ac:chgData name="Ksheeraja Manaswini" userId="d1f3ec3f6592a3f5" providerId="LiveId" clId="{C6AA9CBD-B3F6-4572-9249-CE9C44256387}" dt="2024-10-18T05:56:19.029" v="1057" actId="478"/>
          <ac:spMkLst>
            <pc:docMk/>
            <pc:sldMk cId="3740570868" sldId="299"/>
            <ac:spMk id="18" creationId="{06E6C66F-9E52-B078-58C3-D686F4F2EEA7}"/>
          </ac:spMkLst>
        </pc:spChg>
        <pc:spChg chg="add del">
          <ac:chgData name="Ksheeraja Manaswini" userId="d1f3ec3f6592a3f5" providerId="LiveId" clId="{C6AA9CBD-B3F6-4572-9249-CE9C44256387}" dt="2024-10-17T17:07:11.504" v="892" actId="478"/>
          <ac:spMkLst>
            <pc:docMk/>
            <pc:sldMk cId="3740570868" sldId="299"/>
            <ac:spMk id="20" creationId="{0D19C40F-CC2D-4173-4D88-F1AD6071C6D1}"/>
          </ac:spMkLst>
        </pc:spChg>
        <pc:spChg chg="mod">
          <ac:chgData name="Ksheeraja Manaswini" userId="d1f3ec3f6592a3f5" providerId="LiveId" clId="{C6AA9CBD-B3F6-4572-9249-CE9C44256387}" dt="2024-10-17T17:01:08.917" v="614" actId="20577"/>
          <ac:spMkLst>
            <pc:docMk/>
            <pc:sldMk cId="3740570868" sldId="299"/>
            <ac:spMk id="320" creationId="{00000000-0000-0000-0000-000000000000}"/>
          </ac:spMkLst>
        </pc:spChg>
        <pc:picChg chg="add mod">
          <ac:chgData name="Ksheeraja Manaswini" userId="d1f3ec3f6592a3f5" providerId="LiveId" clId="{C6AA9CBD-B3F6-4572-9249-CE9C44256387}" dt="2024-10-18T06:12:01.711" v="1069" actId="208"/>
          <ac:picMkLst>
            <pc:docMk/>
            <pc:sldMk cId="3740570868" sldId="299"/>
            <ac:picMk id="6" creationId="{8D5B40BD-73C5-1BE0-8461-A34BD4D61B0F}"/>
          </ac:picMkLst>
        </pc:picChg>
      </pc:sldChg>
      <pc:sldChg chg="addSp delSp modSp mod ord delAnim modAnim">
        <pc:chgData name="Ksheeraja Manaswini" userId="d1f3ec3f6592a3f5" providerId="LiveId" clId="{C6AA9CBD-B3F6-4572-9249-CE9C44256387}" dt="2024-10-18T06:47:05.367" v="1381" actId="20577"/>
        <pc:sldMkLst>
          <pc:docMk/>
          <pc:sldMk cId="4291005128" sldId="300"/>
        </pc:sldMkLst>
        <pc:spChg chg="mod">
          <ac:chgData name="Ksheeraja Manaswini" userId="d1f3ec3f6592a3f5" providerId="LiveId" clId="{C6AA9CBD-B3F6-4572-9249-CE9C44256387}" dt="2024-10-18T06:19:19.915" v="1107" actId="1037"/>
          <ac:spMkLst>
            <pc:docMk/>
            <pc:sldMk cId="4291005128" sldId="300"/>
            <ac:spMk id="2" creationId="{BD23CBA0-E13C-8D03-E380-921FEEAEFBDA}"/>
          </ac:spMkLst>
        </pc:spChg>
        <pc:spChg chg="mod">
          <ac:chgData name="Ksheeraja Manaswini" userId="d1f3ec3f6592a3f5" providerId="LiveId" clId="{C6AA9CBD-B3F6-4572-9249-CE9C44256387}" dt="2024-10-18T06:19:23.070" v="1112" actId="1037"/>
          <ac:spMkLst>
            <pc:docMk/>
            <pc:sldMk cId="4291005128" sldId="300"/>
            <ac:spMk id="3" creationId="{3E4D0B36-28A5-C952-EBB5-D77DC9385FD3}"/>
          </ac:spMkLst>
        </pc:spChg>
        <pc:spChg chg="add mod">
          <ac:chgData name="Ksheeraja Manaswini" userId="d1f3ec3f6592a3f5" providerId="LiveId" clId="{C6AA9CBD-B3F6-4572-9249-CE9C44256387}" dt="2024-10-18T06:19:30.063" v="1113" actId="20577"/>
          <ac:spMkLst>
            <pc:docMk/>
            <pc:sldMk cId="4291005128" sldId="300"/>
            <ac:spMk id="5" creationId="{BFB05FAA-96A4-61D5-6577-B3A0D6670F7F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8" creationId="{B5180BCC-798F-6535-CD7C-EAD7D7153914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9" creationId="{141374A3-46E8-DB32-43B9-70F2901A53C9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11" creationId="{0168A637-E753-7D47-028D-4DFD4D31C0F9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12" creationId="{8AF14A80-8137-2D92-6F9F-FCDE3AE30B9D}"/>
          </ac:spMkLst>
        </pc:spChg>
        <pc:spChg chg="del">
          <ac:chgData name="Ksheeraja Manaswini" userId="d1f3ec3f6592a3f5" providerId="LiveId" clId="{C6AA9CBD-B3F6-4572-9249-CE9C44256387}" dt="2024-10-18T06:19:06.402" v="1094" actId="478"/>
          <ac:spMkLst>
            <pc:docMk/>
            <pc:sldMk cId="4291005128" sldId="300"/>
            <ac:spMk id="13" creationId="{6C84E779-EC60-E5BA-18AA-B074F991B877}"/>
          </ac:spMkLst>
        </pc:spChg>
        <pc:spChg chg="del">
          <ac:chgData name="Ksheeraja Manaswini" userId="d1f3ec3f6592a3f5" providerId="LiveId" clId="{C6AA9CBD-B3F6-4572-9249-CE9C44256387}" dt="2024-10-18T06:19:04.700" v="1093" actId="478"/>
          <ac:spMkLst>
            <pc:docMk/>
            <pc:sldMk cId="4291005128" sldId="300"/>
            <ac:spMk id="14" creationId="{1B2A2163-DE58-7B30-A1EE-79AA99C01B17}"/>
          </ac:spMkLst>
        </pc:spChg>
        <pc:spChg chg="add mod">
          <ac:chgData name="Ksheeraja Manaswini" userId="d1f3ec3f6592a3f5" providerId="LiveId" clId="{C6AA9CBD-B3F6-4572-9249-CE9C44256387}" dt="2024-10-18T06:24:55.311" v="1124"/>
          <ac:spMkLst>
            <pc:docMk/>
            <pc:sldMk cId="4291005128" sldId="300"/>
            <ac:spMk id="16" creationId="{AB7A8E5A-B5E3-39C2-4B70-E7050722921F}"/>
          </ac:spMkLst>
        </pc:spChg>
        <pc:spChg chg="add mod">
          <ac:chgData name="Ksheeraja Manaswini" userId="d1f3ec3f6592a3f5" providerId="LiveId" clId="{C6AA9CBD-B3F6-4572-9249-CE9C44256387}" dt="2024-10-18T06:32:19.846" v="1217" actId="1076"/>
          <ac:spMkLst>
            <pc:docMk/>
            <pc:sldMk cId="4291005128" sldId="300"/>
            <ac:spMk id="18" creationId="{B8713E99-F8D5-E404-BF1C-EC74E7991B34}"/>
          </ac:spMkLst>
        </pc:spChg>
        <pc:spChg chg="del">
          <ac:chgData name="Ksheeraja Manaswini" userId="d1f3ec3f6592a3f5" providerId="LiveId" clId="{C6AA9CBD-B3F6-4572-9249-CE9C44256387}" dt="2024-10-18T06:19:02.583" v="1092" actId="478"/>
          <ac:spMkLst>
            <pc:docMk/>
            <pc:sldMk cId="4291005128" sldId="300"/>
            <ac:spMk id="19" creationId="{56A45AA6-0D78-3F0E-0FC9-13CFB8710B11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22" creationId="{66ECF7DF-2153-DC1D-4AFE-78FD0CCA72EA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23" creationId="{427B819C-2742-F87E-DD0D-2F0171533256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24" creationId="{D495285D-62C2-B147-8896-ABDD908F0495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25" creationId="{6DD954B8-762B-87DD-B9A0-C33A36918988}"/>
          </ac:spMkLst>
        </pc:spChg>
        <pc:spChg chg="add mod">
          <ac:chgData name="Ksheeraja Manaswini" userId="d1f3ec3f6592a3f5" providerId="LiveId" clId="{C6AA9CBD-B3F6-4572-9249-CE9C44256387}" dt="2024-10-18T06:32:08.713" v="1215" actId="1076"/>
          <ac:spMkLst>
            <pc:docMk/>
            <pc:sldMk cId="4291005128" sldId="300"/>
            <ac:spMk id="29" creationId="{7A91C591-0F11-C6D6-0773-6DFBF447B1CF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30" creationId="{9F095482-E636-C140-D343-F737A717BA74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31" creationId="{F6C01489-EC93-AADD-C694-010BA40CAE8C}"/>
          </ac:spMkLst>
        </pc:spChg>
        <pc:spChg chg="del">
          <ac:chgData name="Ksheeraja Manaswini" userId="d1f3ec3f6592a3f5" providerId="LiveId" clId="{C6AA9CBD-B3F6-4572-9249-CE9C44256387}" dt="2024-10-18T06:18:56.863" v="1091" actId="478"/>
          <ac:spMkLst>
            <pc:docMk/>
            <pc:sldMk cId="4291005128" sldId="300"/>
            <ac:spMk id="32" creationId="{4A8F88C9-2D27-81C0-8E1E-2392EA474A7C}"/>
          </ac:spMkLst>
        </pc:spChg>
        <pc:spChg chg="add mod">
          <ac:chgData name="Ksheeraja Manaswini" userId="d1f3ec3f6592a3f5" providerId="LiveId" clId="{C6AA9CBD-B3F6-4572-9249-CE9C44256387}" dt="2024-10-18T06:33:31.018" v="1318" actId="20577"/>
          <ac:spMkLst>
            <pc:docMk/>
            <pc:sldMk cId="4291005128" sldId="300"/>
            <ac:spMk id="40" creationId="{84CD9D90-2EC0-3D4D-9426-18C9F7275FE7}"/>
          </ac:spMkLst>
        </pc:spChg>
        <pc:spChg chg="add mod">
          <ac:chgData name="Ksheeraja Manaswini" userId="d1f3ec3f6592a3f5" providerId="LiveId" clId="{C6AA9CBD-B3F6-4572-9249-CE9C44256387}" dt="2024-10-18T06:47:05.367" v="1381" actId="20577"/>
          <ac:spMkLst>
            <pc:docMk/>
            <pc:sldMk cId="4291005128" sldId="300"/>
            <ac:spMk id="43" creationId="{714B02EA-17BA-3D8C-3B58-9B53652A5C6A}"/>
          </ac:spMkLst>
        </pc:spChg>
        <pc:spChg chg="add mod">
          <ac:chgData name="Ksheeraja Manaswini" userId="d1f3ec3f6592a3f5" providerId="LiveId" clId="{C6AA9CBD-B3F6-4572-9249-CE9C44256387}" dt="2024-10-18T06:46:57.534" v="1366"/>
          <ac:spMkLst>
            <pc:docMk/>
            <pc:sldMk cId="4291005128" sldId="300"/>
            <ac:spMk id="46" creationId="{7D81EFD3-B31D-B926-FE7C-1448A5AB7695}"/>
          </ac:spMkLst>
        </pc:spChg>
        <pc:spChg chg="mod">
          <ac:chgData name="Ksheeraja Manaswini" userId="d1f3ec3f6592a3f5" providerId="LiveId" clId="{C6AA9CBD-B3F6-4572-9249-CE9C44256387}" dt="2024-10-18T06:15:13.976" v="1084" actId="20577"/>
          <ac:spMkLst>
            <pc:docMk/>
            <pc:sldMk cId="4291005128" sldId="300"/>
            <ac:spMk id="320" creationId="{00000000-0000-0000-0000-000000000000}"/>
          </ac:spMkLst>
        </pc:spChg>
        <pc:picChg chg="add del mod">
          <ac:chgData name="Ksheeraja Manaswini" userId="d1f3ec3f6592a3f5" providerId="LiveId" clId="{C6AA9CBD-B3F6-4572-9249-CE9C44256387}" dt="2024-10-18T06:22:45.150" v="1115" actId="478"/>
          <ac:picMkLst>
            <pc:docMk/>
            <pc:sldMk cId="4291005128" sldId="300"/>
            <ac:picMk id="7" creationId="{EA51E3A3-AB3C-D654-5E06-F6DEDE0DC9BF}"/>
          </ac:picMkLst>
        </pc:picChg>
        <pc:picChg chg="add mod">
          <ac:chgData name="Ksheeraja Manaswini" userId="d1f3ec3f6592a3f5" providerId="LiveId" clId="{C6AA9CBD-B3F6-4572-9249-CE9C44256387}" dt="2024-10-18T06:32:14.180" v="1216" actId="1076"/>
          <ac:picMkLst>
            <pc:docMk/>
            <pc:sldMk cId="4291005128" sldId="300"/>
            <ac:picMk id="15" creationId="{E54CE914-D2DC-ED7B-F62B-329DCCA9489F}"/>
          </ac:picMkLst>
        </pc:picChg>
        <pc:picChg chg="add del mod">
          <ac:chgData name="Ksheeraja Manaswini" userId="d1f3ec3f6592a3f5" providerId="LiveId" clId="{C6AA9CBD-B3F6-4572-9249-CE9C44256387}" dt="2024-10-18T06:25:05.681" v="1127" actId="478"/>
          <ac:picMkLst>
            <pc:docMk/>
            <pc:sldMk cId="4291005128" sldId="300"/>
            <ac:picMk id="17" creationId="{50F2815B-3630-2127-DCD9-845658061F34}"/>
          </ac:picMkLst>
        </pc:picChg>
        <pc:picChg chg="add mod">
          <ac:chgData name="Ksheeraja Manaswini" userId="d1f3ec3f6592a3f5" providerId="LiveId" clId="{C6AA9CBD-B3F6-4572-9249-CE9C44256387}" dt="2024-10-18T06:32:03.432" v="1214" actId="1076"/>
          <ac:picMkLst>
            <pc:docMk/>
            <pc:sldMk cId="4291005128" sldId="300"/>
            <ac:picMk id="21" creationId="{897A72CD-3351-2AF2-1014-E7195988137A}"/>
          </ac:picMkLst>
        </pc:picChg>
        <pc:picChg chg="add del mod">
          <ac:chgData name="Ksheeraja Manaswini" userId="d1f3ec3f6592a3f5" providerId="LiveId" clId="{C6AA9CBD-B3F6-4572-9249-CE9C44256387}" dt="2024-10-18T06:31:19.924" v="1208" actId="478"/>
          <ac:picMkLst>
            <pc:docMk/>
            <pc:sldMk cId="4291005128" sldId="300"/>
            <ac:picMk id="37" creationId="{61F5DB35-7B8A-5E1A-8541-8A3D48748C80}"/>
          </ac:picMkLst>
        </pc:picChg>
        <pc:picChg chg="add mod">
          <ac:chgData name="Ksheeraja Manaswini" userId="d1f3ec3f6592a3f5" providerId="LiveId" clId="{C6AA9CBD-B3F6-4572-9249-CE9C44256387}" dt="2024-10-18T06:32:31.228" v="1220" actId="1076"/>
          <ac:picMkLst>
            <pc:docMk/>
            <pc:sldMk cId="4291005128" sldId="300"/>
            <ac:picMk id="39" creationId="{8647C305-C2FC-9473-0DFD-1B35D97EE912}"/>
          </ac:picMkLst>
        </pc:picChg>
        <pc:picChg chg="add mod">
          <ac:chgData name="Ksheeraja Manaswini" userId="d1f3ec3f6592a3f5" providerId="LiveId" clId="{C6AA9CBD-B3F6-4572-9249-CE9C44256387}" dt="2024-10-18T06:46:42.362" v="1361" actId="1076"/>
          <ac:picMkLst>
            <pc:docMk/>
            <pc:sldMk cId="4291005128" sldId="300"/>
            <ac:picMk id="42" creationId="{7D2BC37C-CCD7-1CF7-1DAE-5B15443C6009}"/>
          </ac:picMkLst>
        </pc:picChg>
        <pc:picChg chg="add mod">
          <ac:chgData name="Ksheeraja Manaswini" userId="d1f3ec3f6592a3f5" providerId="LiveId" clId="{C6AA9CBD-B3F6-4572-9249-CE9C44256387}" dt="2024-10-18T06:46:53.505" v="1365" actId="1076"/>
          <ac:picMkLst>
            <pc:docMk/>
            <pc:sldMk cId="4291005128" sldId="300"/>
            <ac:picMk id="45" creationId="{ED7B23E3-39A0-7D6C-71C8-05960CBFC603}"/>
          </ac:picMkLst>
        </pc:picChg>
        <pc:cxnChg chg="del mod">
          <ac:chgData name="Ksheeraja Manaswini" userId="d1f3ec3f6592a3f5" providerId="LiveId" clId="{C6AA9CBD-B3F6-4572-9249-CE9C44256387}" dt="2024-10-18T06:18:56.863" v="1091" actId="478"/>
          <ac:cxnSpMkLst>
            <pc:docMk/>
            <pc:sldMk cId="4291005128" sldId="300"/>
            <ac:cxnSpMk id="26" creationId="{917F7C7B-863B-EF3B-A45E-4E06C4CA3223}"/>
          </ac:cxnSpMkLst>
        </pc:cxnChg>
        <pc:cxnChg chg="del mod">
          <ac:chgData name="Ksheeraja Manaswini" userId="d1f3ec3f6592a3f5" providerId="LiveId" clId="{C6AA9CBD-B3F6-4572-9249-CE9C44256387}" dt="2024-10-18T06:18:56.863" v="1091" actId="478"/>
          <ac:cxnSpMkLst>
            <pc:docMk/>
            <pc:sldMk cId="4291005128" sldId="300"/>
            <ac:cxnSpMk id="27" creationId="{D38BDC7B-A60D-6DCD-3A0B-D0164B610E11}"/>
          </ac:cxnSpMkLst>
        </pc:cxnChg>
        <pc:cxnChg chg="del mod">
          <ac:chgData name="Ksheeraja Manaswini" userId="d1f3ec3f6592a3f5" providerId="LiveId" clId="{C6AA9CBD-B3F6-4572-9249-CE9C44256387}" dt="2024-10-18T06:18:56.863" v="1091" actId="478"/>
          <ac:cxnSpMkLst>
            <pc:docMk/>
            <pc:sldMk cId="4291005128" sldId="300"/>
            <ac:cxnSpMk id="28" creationId="{A9107471-6A12-0B56-8C4A-A0C108AC788C}"/>
          </ac:cxnSpMkLst>
        </pc:cxnChg>
        <pc:cxnChg chg="del mod">
          <ac:chgData name="Ksheeraja Manaswini" userId="d1f3ec3f6592a3f5" providerId="LiveId" clId="{C6AA9CBD-B3F6-4572-9249-CE9C44256387}" dt="2024-10-18T06:18:56.863" v="1091" actId="478"/>
          <ac:cxnSpMkLst>
            <pc:docMk/>
            <pc:sldMk cId="4291005128" sldId="300"/>
            <ac:cxnSpMk id="33" creationId="{C138916A-2E17-D1C0-DB0A-C42B0023A291}"/>
          </ac:cxnSpMkLst>
        </pc:cxnChg>
        <pc:cxnChg chg="del mod">
          <ac:chgData name="Ksheeraja Manaswini" userId="d1f3ec3f6592a3f5" providerId="LiveId" clId="{C6AA9CBD-B3F6-4572-9249-CE9C44256387}" dt="2024-10-18T06:18:56.863" v="1091" actId="478"/>
          <ac:cxnSpMkLst>
            <pc:docMk/>
            <pc:sldMk cId="4291005128" sldId="300"/>
            <ac:cxnSpMk id="34" creationId="{FB4C1D2A-2C61-6812-2BC9-082CE4098B5B}"/>
          </ac:cxnSpMkLst>
        </pc:cxnChg>
        <pc:cxnChg chg="del mod">
          <ac:chgData name="Ksheeraja Manaswini" userId="d1f3ec3f6592a3f5" providerId="LiveId" clId="{C6AA9CBD-B3F6-4572-9249-CE9C44256387}" dt="2024-10-18T06:18:56.863" v="1091" actId="478"/>
          <ac:cxnSpMkLst>
            <pc:docMk/>
            <pc:sldMk cId="4291005128" sldId="300"/>
            <ac:cxnSpMk id="36" creationId="{A060B014-3B07-3970-F22A-7455BDE921CD}"/>
          </ac:cxnSpMkLst>
        </pc:cxnChg>
      </pc:sldChg>
      <pc:sldChg chg="del">
        <pc:chgData name="Ksheeraja Manaswini" userId="d1f3ec3f6592a3f5" providerId="LiveId" clId="{C6AA9CBD-B3F6-4572-9249-CE9C44256387}" dt="2024-10-18T08:20:09.833" v="3337" actId="2696"/>
        <pc:sldMkLst>
          <pc:docMk/>
          <pc:sldMk cId="1405326591" sldId="301"/>
        </pc:sldMkLst>
      </pc:sldChg>
      <pc:sldChg chg="del">
        <pc:chgData name="Ksheeraja Manaswini" userId="d1f3ec3f6592a3f5" providerId="LiveId" clId="{C6AA9CBD-B3F6-4572-9249-CE9C44256387}" dt="2024-10-18T08:20:09.833" v="3337" actId="2696"/>
        <pc:sldMkLst>
          <pc:docMk/>
          <pc:sldMk cId="1609015332" sldId="302"/>
        </pc:sldMkLst>
      </pc:sldChg>
      <pc:sldChg chg="addSp delSp modSp add mod addAnim delAnim modAnim">
        <pc:chgData name="Ksheeraja Manaswini" userId="d1f3ec3f6592a3f5" providerId="LiveId" clId="{C6AA9CBD-B3F6-4572-9249-CE9C44256387}" dt="2024-10-18T08:24:44.584" v="3502" actId="20577"/>
        <pc:sldMkLst>
          <pc:docMk/>
          <pc:sldMk cId="2791282848" sldId="303"/>
        </pc:sldMkLst>
        <pc:spChg chg="mod">
          <ac:chgData name="Ksheeraja Manaswini" userId="d1f3ec3f6592a3f5" providerId="LiveId" clId="{C6AA9CBD-B3F6-4572-9249-CE9C44256387}" dt="2024-10-18T08:24:44.584" v="3502" actId="20577"/>
          <ac:spMkLst>
            <pc:docMk/>
            <pc:sldMk cId="2791282848" sldId="303"/>
            <ac:spMk id="4" creationId="{903770CD-EC6C-A673-D167-60DD50ED5051}"/>
          </ac:spMkLst>
        </pc:spChg>
        <pc:spChg chg="add mod">
          <ac:chgData name="Ksheeraja Manaswini" userId="d1f3ec3f6592a3f5" providerId="LiveId" clId="{C6AA9CBD-B3F6-4572-9249-CE9C44256387}" dt="2024-10-18T07:17:10.167" v="1801"/>
          <ac:spMkLst>
            <pc:docMk/>
            <pc:sldMk cId="2791282848" sldId="303"/>
            <ac:spMk id="5" creationId="{323EFE55-E746-C8A1-9FAD-D9A55036BDBB}"/>
          </ac:spMkLst>
        </pc:spChg>
        <pc:spChg chg="add mod">
          <ac:chgData name="Ksheeraja Manaswini" userId="d1f3ec3f6592a3f5" providerId="LiveId" clId="{C6AA9CBD-B3F6-4572-9249-CE9C44256387}" dt="2024-10-18T07:17:10.167" v="1801"/>
          <ac:spMkLst>
            <pc:docMk/>
            <pc:sldMk cId="2791282848" sldId="303"/>
            <ac:spMk id="6" creationId="{815AC694-BFA2-B253-8CAC-E63B2786C7B5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8" creationId="{B5180BCC-798F-6535-CD7C-EAD7D7153914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9" creationId="{141374A3-46E8-DB32-43B9-70F2901A53C9}"/>
          </ac:spMkLst>
        </pc:spChg>
        <pc:spChg chg="add mod">
          <ac:chgData name="Ksheeraja Manaswini" userId="d1f3ec3f6592a3f5" providerId="LiveId" clId="{C6AA9CBD-B3F6-4572-9249-CE9C44256387}" dt="2024-10-18T07:31:49.595" v="2111" actId="1035"/>
          <ac:spMkLst>
            <pc:docMk/>
            <pc:sldMk cId="2791282848" sldId="303"/>
            <ac:spMk id="10" creationId="{D7F11DA5-5F85-EFFF-C547-A04EE0BBF8AA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11" creationId="{0168A637-E753-7D47-028D-4DFD4D31C0F9}"/>
          </ac:spMkLst>
        </pc:spChg>
        <pc:spChg chg="del">
          <ac:chgData name="Ksheeraja Manaswini" userId="d1f3ec3f6592a3f5" providerId="LiveId" clId="{C6AA9CBD-B3F6-4572-9249-CE9C44256387}" dt="2024-10-18T07:14:39.953" v="1792" actId="478"/>
          <ac:spMkLst>
            <pc:docMk/>
            <pc:sldMk cId="2791282848" sldId="303"/>
            <ac:spMk id="12" creationId="{8AF14A80-8137-2D92-6F9F-FCDE3AE30B9D}"/>
          </ac:spMkLst>
        </pc:spChg>
        <pc:spChg chg="del mod">
          <ac:chgData name="Ksheeraja Manaswini" userId="d1f3ec3f6592a3f5" providerId="LiveId" clId="{C6AA9CBD-B3F6-4572-9249-CE9C44256387}" dt="2024-10-18T07:14:49.650" v="1795" actId="478"/>
          <ac:spMkLst>
            <pc:docMk/>
            <pc:sldMk cId="2791282848" sldId="303"/>
            <ac:spMk id="13" creationId="{6C84E779-EC60-E5BA-18AA-B074F991B877}"/>
          </ac:spMkLst>
        </pc:spChg>
        <pc:spChg chg="add del mod">
          <ac:chgData name="Ksheeraja Manaswini" userId="d1f3ec3f6592a3f5" providerId="LiveId" clId="{C6AA9CBD-B3F6-4572-9249-CE9C44256387}" dt="2024-10-18T07:22:48.433" v="1904" actId="1038"/>
          <ac:spMkLst>
            <pc:docMk/>
            <pc:sldMk cId="2791282848" sldId="303"/>
            <ac:spMk id="14" creationId="{1B2A2163-DE58-7B30-A1EE-79AA99C01B17}"/>
          </ac:spMkLst>
        </pc:spChg>
        <pc:spChg chg="add mod">
          <ac:chgData name="Ksheeraja Manaswini" userId="d1f3ec3f6592a3f5" providerId="LiveId" clId="{C6AA9CBD-B3F6-4572-9249-CE9C44256387}" dt="2024-10-18T07:44:02.254" v="2479" actId="20577"/>
          <ac:spMkLst>
            <pc:docMk/>
            <pc:sldMk cId="2791282848" sldId="303"/>
            <ac:spMk id="15" creationId="{FBA9D83E-439E-DA18-7EB5-4FE02712C892}"/>
          </ac:spMkLst>
        </pc:spChg>
        <pc:spChg chg="add del mod">
          <ac:chgData name="Ksheeraja Manaswini" userId="d1f3ec3f6592a3f5" providerId="LiveId" clId="{C6AA9CBD-B3F6-4572-9249-CE9C44256387}" dt="2024-10-18T07:31:52.636" v="2113" actId="1036"/>
          <ac:spMkLst>
            <pc:docMk/>
            <pc:sldMk cId="2791282848" sldId="303"/>
            <ac:spMk id="19" creationId="{56A45AA6-0D78-3F0E-0FC9-13CFB8710B11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22" creationId="{66ECF7DF-2153-DC1D-4AFE-78FD0CCA72EA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23" creationId="{427B819C-2742-F87E-DD0D-2F0171533256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24" creationId="{D495285D-62C2-B147-8896-ABDD908F0495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25" creationId="{6DD954B8-762B-87DD-B9A0-C33A36918988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30" creationId="{9F095482-E636-C140-D343-F737A717BA74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31" creationId="{F6C01489-EC93-AADD-C694-010BA40CAE8C}"/>
          </ac:spMkLst>
        </pc:spChg>
        <pc:spChg chg="del">
          <ac:chgData name="Ksheeraja Manaswini" userId="d1f3ec3f6592a3f5" providerId="LiveId" clId="{C6AA9CBD-B3F6-4572-9249-CE9C44256387}" dt="2024-10-18T07:14:33.693" v="1789" actId="478"/>
          <ac:spMkLst>
            <pc:docMk/>
            <pc:sldMk cId="2791282848" sldId="303"/>
            <ac:spMk id="32" creationId="{4A8F88C9-2D27-81C0-8E1E-2392EA474A7C}"/>
          </ac:spMkLst>
        </pc:spChg>
        <pc:spChg chg="mod">
          <ac:chgData name="Ksheeraja Manaswini" userId="d1f3ec3f6592a3f5" providerId="LiveId" clId="{C6AA9CBD-B3F6-4572-9249-CE9C44256387}" dt="2024-10-18T07:14:37.835" v="1791" actId="1076"/>
          <ac:spMkLst>
            <pc:docMk/>
            <pc:sldMk cId="2791282848" sldId="303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7:00:00.449" v="1775" actId="20577"/>
          <ac:spMkLst>
            <pc:docMk/>
            <pc:sldMk cId="2791282848" sldId="303"/>
            <ac:spMk id="321" creationId="{00000000-0000-0000-0000-000000000000}"/>
          </ac:spMkLst>
        </pc:spChg>
        <pc:picChg chg="add mod">
          <ac:chgData name="Ksheeraja Manaswini" userId="d1f3ec3f6592a3f5" providerId="LiveId" clId="{C6AA9CBD-B3F6-4572-9249-CE9C44256387}" dt="2024-10-18T07:17:18.693" v="1804" actId="1076"/>
          <ac:picMkLst>
            <pc:docMk/>
            <pc:sldMk cId="2791282848" sldId="303"/>
            <ac:picMk id="7" creationId="{5A542205-BE54-28D9-17EC-9041EF6EF25E}"/>
          </ac:picMkLst>
        </pc:picChg>
        <pc:picChg chg="add mod">
          <ac:chgData name="Ksheeraja Manaswini" userId="d1f3ec3f6592a3f5" providerId="LiveId" clId="{C6AA9CBD-B3F6-4572-9249-CE9C44256387}" dt="2024-10-18T07:45:12.627" v="2509" actId="1038"/>
          <ac:picMkLst>
            <pc:docMk/>
            <pc:sldMk cId="2791282848" sldId="303"/>
            <ac:picMk id="17" creationId="{3923BC40-29FB-837E-AB74-AA495AFE47F0}"/>
          </ac:picMkLst>
        </pc:picChg>
        <pc:picChg chg="add mod">
          <ac:chgData name="Ksheeraja Manaswini" userId="d1f3ec3f6592a3f5" providerId="LiveId" clId="{C6AA9CBD-B3F6-4572-9249-CE9C44256387}" dt="2024-10-18T07:39:57.479" v="2410" actId="1037"/>
          <ac:picMkLst>
            <pc:docMk/>
            <pc:sldMk cId="2791282848" sldId="303"/>
            <ac:picMk id="20" creationId="{07BBF45F-4910-3F87-60A7-6B1B3AB16225}"/>
          </ac:picMkLst>
        </pc:picChg>
        <pc:picChg chg="add mod">
          <ac:chgData name="Ksheeraja Manaswini" userId="d1f3ec3f6592a3f5" providerId="LiveId" clId="{C6AA9CBD-B3F6-4572-9249-CE9C44256387}" dt="2024-10-18T07:39:52.489" v="2384" actId="1076"/>
          <ac:picMkLst>
            <pc:docMk/>
            <pc:sldMk cId="2791282848" sldId="303"/>
            <ac:picMk id="29" creationId="{5143E0F9-0346-EB42-B2F0-A76AE319F60A}"/>
          </ac:picMkLst>
        </pc:picChg>
        <pc:picChg chg="add del mod">
          <ac:chgData name="Ksheeraja Manaswini" userId="d1f3ec3f6592a3f5" providerId="LiveId" clId="{C6AA9CBD-B3F6-4572-9249-CE9C44256387}" dt="2024-10-18T07:45:12.627" v="2509" actId="1038"/>
          <ac:picMkLst>
            <pc:docMk/>
            <pc:sldMk cId="2791282848" sldId="303"/>
            <ac:picMk id="37" creationId="{DDB88EE9-B9D0-6279-1583-C77A55F1A1C1}"/>
          </ac:picMkLst>
        </pc:picChg>
        <pc:picChg chg="add mod">
          <ac:chgData name="Ksheeraja Manaswini" userId="d1f3ec3f6592a3f5" providerId="LiveId" clId="{C6AA9CBD-B3F6-4572-9249-CE9C44256387}" dt="2024-10-18T07:45:12.627" v="2509" actId="1038"/>
          <ac:picMkLst>
            <pc:docMk/>
            <pc:sldMk cId="2791282848" sldId="303"/>
            <ac:picMk id="39" creationId="{EEC5E147-E214-656D-A00E-39F0C7472BA2}"/>
          </ac:picMkLst>
        </pc:picChg>
        <pc:picChg chg="add mod">
          <ac:chgData name="Ksheeraja Manaswini" userId="d1f3ec3f6592a3f5" providerId="LiveId" clId="{C6AA9CBD-B3F6-4572-9249-CE9C44256387}" dt="2024-10-18T07:45:12.627" v="2509" actId="1038"/>
          <ac:picMkLst>
            <pc:docMk/>
            <pc:sldMk cId="2791282848" sldId="303"/>
            <ac:picMk id="41" creationId="{BB14B482-266C-6ED6-6EF6-678B7A94ACD4}"/>
          </ac:picMkLst>
        </pc:picChg>
        <pc:cxnChg chg="del mod">
          <ac:chgData name="Ksheeraja Manaswini" userId="d1f3ec3f6592a3f5" providerId="LiveId" clId="{C6AA9CBD-B3F6-4572-9249-CE9C44256387}" dt="2024-10-18T07:14:33.693" v="1789" actId="478"/>
          <ac:cxnSpMkLst>
            <pc:docMk/>
            <pc:sldMk cId="2791282848" sldId="303"/>
            <ac:cxnSpMk id="26" creationId="{917F7C7B-863B-EF3B-A45E-4E06C4CA3223}"/>
          </ac:cxnSpMkLst>
        </pc:cxnChg>
        <pc:cxnChg chg="del mod">
          <ac:chgData name="Ksheeraja Manaswini" userId="d1f3ec3f6592a3f5" providerId="LiveId" clId="{C6AA9CBD-B3F6-4572-9249-CE9C44256387}" dt="2024-10-18T07:14:33.693" v="1789" actId="478"/>
          <ac:cxnSpMkLst>
            <pc:docMk/>
            <pc:sldMk cId="2791282848" sldId="303"/>
            <ac:cxnSpMk id="27" creationId="{D38BDC7B-A60D-6DCD-3A0B-D0164B610E11}"/>
          </ac:cxnSpMkLst>
        </pc:cxnChg>
        <pc:cxnChg chg="del mod">
          <ac:chgData name="Ksheeraja Manaswini" userId="d1f3ec3f6592a3f5" providerId="LiveId" clId="{C6AA9CBD-B3F6-4572-9249-CE9C44256387}" dt="2024-10-18T07:14:33.693" v="1789" actId="478"/>
          <ac:cxnSpMkLst>
            <pc:docMk/>
            <pc:sldMk cId="2791282848" sldId="303"/>
            <ac:cxnSpMk id="28" creationId="{A9107471-6A12-0B56-8C4A-A0C108AC788C}"/>
          </ac:cxnSpMkLst>
        </pc:cxnChg>
        <pc:cxnChg chg="del mod">
          <ac:chgData name="Ksheeraja Manaswini" userId="d1f3ec3f6592a3f5" providerId="LiveId" clId="{C6AA9CBD-B3F6-4572-9249-CE9C44256387}" dt="2024-10-18T07:14:33.693" v="1789" actId="478"/>
          <ac:cxnSpMkLst>
            <pc:docMk/>
            <pc:sldMk cId="2791282848" sldId="303"/>
            <ac:cxnSpMk id="33" creationId="{C138916A-2E17-D1C0-DB0A-C42B0023A291}"/>
          </ac:cxnSpMkLst>
        </pc:cxnChg>
        <pc:cxnChg chg="del mod">
          <ac:chgData name="Ksheeraja Manaswini" userId="d1f3ec3f6592a3f5" providerId="LiveId" clId="{C6AA9CBD-B3F6-4572-9249-CE9C44256387}" dt="2024-10-18T07:14:33.693" v="1789" actId="478"/>
          <ac:cxnSpMkLst>
            <pc:docMk/>
            <pc:sldMk cId="2791282848" sldId="303"/>
            <ac:cxnSpMk id="34" creationId="{FB4C1D2A-2C61-6812-2BC9-082CE4098B5B}"/>
          </ac:cxnSpMkLst>
        </pc:cxnChg>
        <pc:cxnChg chg="del mod">
          <ac:chgData name="Ksheeraja Manaswini" userId="d1f3ec3f6592a3f5" providerId="LiveId" clId="{C6AA9CBD-B3F6-4572-9249-CE9C44256387}" dt="2024-10-18T07:14:33.693" v="1789" actId="478"/>
          <ac:cxnSpMkLst>
            <pc:docMk/>
            <pc:sldMk cId="2791282848" sldId="303"/>
            <ac:cxnSpMk id="36" creationId="{A060B014-3B07-3970-F22A-7455BDE921CD}"/>
          </ac:cxnSpMkLst>
        </pc:cxnChg>
      </pc:sldChg>
      <pc:sldChg chg="addSp delSp modSp add mod ord delAnim modAnim">
        <pc:chgData name="Ksheeraja Manaswini" userId="d1f3ec3f6592a3f5" providerId="LiveId" clId="{C6AA9CBD-B3F6-4572-9249-CE9C44256387}" dt="2024-10-18T06:59:14.424" v="1772" actId="14100"/>
        <pc:sldMkLst>
          <pc:docMk/>
          <pc:sldMk cId="625029118" sldId="304"/>
        </pc:sldMkLst>
        <pc:spChg chg="add mod">
          <ac:chgData name="Ksheeraja Manaswini" userId="d1f3ec3f6592a3f5" providerId="LiveId" clId="{C6AA9CBD-B3F6-4572-9249-CE9C44256387}" dt="2024-10-18T06:57:36.104" v="1726" actId="1076"/>
          <ac:spMkLst>
            <pc:docMk/>
            <pc:sldMk cId="625029118" sldId="304"/>
            <ac:spMk id="2" creationId="{DCD6A829-F446-8C2A-59A4-7D3E8C958929}"/>
          </ac:spMkLst>
        </pc:spChg>
        <pc:spChg chg="del mod">
          <ac:chgData name="Ksheeraja Manaswini" userId="d1f3ec3f6592a3f5" providerId="LiveId" clId="{C6AA9CBD-B3F6-4572-9249-CE9C44256387}" dt="2024-10-18T06:49:02.783" v="1519" actId="478"/>
          <ac:spMkLst>
            <pc:docMk/>
            <pc:sldMk cId="625029118" sldId="304"/>
            <ac:spMk id="3" creationId="{A0CBD1D1-9302-D61D-3B01-0640143C0337}"/>
          </ac:spMkLst>
        </pc:spChg>
        <pc:spChg chg="del mod">
          <ac:chgData name="Ksheeraja Manaswini" userId="d1f3ec3f6592a3f5" providerId="LiveId" clId="{C6AA9CBD-B3F6-4572-9249-CE9C44256387}" dt="2024-10-18T06:57:27.293" v="1723" actId="478"/>
          <ac:spMkLst>
            <pc:docMk/>
            <pc:sldMk cId="625029118" sldId="304"/>
            <ac:spMk id="5" creationId="{87AC44C7-D50F-00CF-E249-BDAB545A1473}"/>
          </ac:spMkLst>
        </pc:spChg>
        <pc:spChg chg="del mod">
          <ac:chgData name="Ksheeraja Manaswini" userId="d1f3ec3f6592a3f5" providerId="LiveId" clId="{C6AA9CBD-B3F6-4572-9249-CE9C44256387}" dt="2024-10-18T06:57:59.046" v="1728" actId="478"/>
          <ac:spMkLst>
            <pc:docMk/>
            <pc:sldMk cId="625029118" sldId="304"/>
            <ac:spMk id="7" creationId="{D14FEACF-04CA-82E8-AFA5-EF38CA190E01}"/>
          </ac:spMkLst>
        </pc:spChg>
        <pc:spChg chg="mod">
          <ac:chgData name="Ksheeraja Manaswini" userId="d1f3ec3f6592a3f5" providerId="LiveId" clId="{C6AA9CBD-B3F6-4572-9249-CE9C44256387}" dt="2024-10-18T06:59:14.424" v="1772" actId="14100"/>
          <ac:spMkLst>
            <pc:docMk/>
            <pc:sldMk cId="625029118" sldId="304"/>
            <ac:spMk id="8" creationId="{BEB46B63-CD63-0DF8-D12B-1C471572AEF9}"/>
          </ac:spMkLst>
        </pc:spChg>
        <pc:spChg chg="add del mod">
          <ac:chgData name="Ksheeraja Manaswini" userId="d1f3ec3f6592a3f5" providerId="LiveId" clId="{C6AA9CBD-B3F6-4572-9249-CE9C44256387}" dt="2024-10-18T06:58:04.680" v="1732" actId="22"/>
          <ac:spMkLst>
            <pc:docMk/>
            <pc:sldMk cId="625029118" sldId="304"/>
            <ac:spMk id="10" creationId="{EA8D3140-4EBD-F927-1C0C-62B745D7E111}"/>
          </ac:spMkLst>
        </pc:spChg>
        <pc:spChg chg="add del mod">
          <ac:chgData name="Ksheeraja Manaswini" userId="d1f3ec3f6592a3f5" providerId="LiveId" clId="{C6AA9CBD-B3F6-4572-9249-CE9C44256387}" dt="2024-10-18T06:58:51.647" v="1767" actId="478"/>
          <ac:spMkLst>
            <pc:docMk/>
            <pc:sldMk cId="625029118" sldId="304"/>
            <ac:spMk id="11" creationId="{D5005485-B9FB-28B3-3DCE-3FE6364D3222}"/>
          </ac:spMkLst>
        </pc:spChg>
        <pc:spChg chg="add mod">
          <ac:chgData name="Ksheeraja Manaswini" userId="d1f3ec3f6592a3f5" providerId="LiveId" clId="{C6AA9CBD-B3F6-4572-9249-CE9C44256387}" dt="2024-10-18T06:59:05.987" v="1771" actId="1076"/>
          <ac:spMkLst>
            <pc:docMk/>
            <pc:sldMk cId="625029118" sldId="304"/>
            <ac:spMk id="12" creationId="{CFE8302B-0686-492A-56BA-08924F97DE8A}"/>
          </ac:spMkLst>
        </pc:spChg>
        <pc:spChg chg="del mod">
          <ac:chgData name="Ksheeraja Manaswini" userId="d1f3ec3f6592a3f5" providerId="LiveId" clId="{C6AA9CBD-B3F6-4572-9249-CE9C44256387}" dt="2024-10-18T06:48:54.671" v="1515" actId="478"/>
          <ac:spMkLst>
            <pc:docMk/>
            <pc:sldMk cId="625029118" sldId="304"/>
            <ac:spMk id="16" creationId="{B2247B6F-9C47-A625-D997-6796FC4092CA}"/>
          </ac:spMkLst>
        </pc:spChg>
        <pc:spChg chg="del mod">
          <ac:chgData name="Ksheeraja Manaswini" userId="d1f3ec3f6592a3f5" providerId="LiveId" clId="{C6AA9CBD-B3F6-4572-9249-CE9C44256387}" dt="2024-10-18T06:48:58.185" v="1517" actId="478"/>
          <ac:spMkLst>
            <pc:docMk/>
            <pc:sldMk cId="625029118" sldId="304"/>
            <ac:spMk id="18" creationId="{06E6C66F-9E52-B078-58C3-D686F4F2EEA7}"/>
          </ac:spMkLst>
        </pc:spChg>
        <pc:spChg chg="mod">
          <ac:chgData name="Ksheeraja Manaswini" userId="d1f3ec3f6592a3f5" providerId="LiveId" clId="{C6AA9CBD-B3F6-4572-9249-CE9C44256387}" dt="2024-10-18T06:57:24.686" v="1722" actId="20577"/>
          <ac:spMkLst>
            <pc:docMk/>
            <pc:sldMk cId="625029118" sldId="304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6:47:43.211" v="1386" actId="20577"/>
          <ac:spMkLst>
            <pc:docMk/>
            <pc:sldMk cId="625029118" sldId="304"/>
            <ac:spMk id="321" creationId="{00000000-0000-0000-0000-000000000000}"/>
          </ac:spMkLst>
        </pc:spChg>
        <pc:picChg chg="mod">
          <ac:chgData name="Ksheeraja Manaswini" userId="d1f3ec3f6592a3f5" providerId="LiveId" clId="{C6AA9CBD-B3F6-4572-9249-CE9C44256387}" dt="2024-10-18T06:53:39.569" v="1593" actId="1076"/>
          <ac:picMkLst>
            <pc:docMk/>
            <pc:sldMk cId="625029118" sldId="304"/>
            <ac:picMk id="6" creationId="{F26F314B-D664-54A9-BD5E-B35749EF99A3}"/>
          </ac:picMkLst>
        </pc:picChg>
      </pc:sldChg>
      <pc:sldChg chg="modSp add del modAnim">
        <pc:chgData name="Ksheeraja Manaswini" userId="d1f3ec3f6592a3f5" providerId="LiveId" clId="{C6AA9CBD-B3F6-4572-9249-CE9C44256387}" dt="2024-10-18T08:20:09.833" v="3337" actId="2696"/>
        <pc:sldMkLst>
          <pc:docMk/>
          <pc:sldMk cId="3428592132" sldId="305"/>
        </pc:sldMkLst>
        <pc:spChg chg="mod">
          <ac:chgData name="Ksheeraja Manaswini" userId="d1f3ec3f6592a3f5" providerId="LiveId" clId="{C6AA9CBD-B3F6-4572-9249-CE9C44256387}" dt="2024-10-18T08:14:15.445" v="3133" actId="20577"/>
          <ac:spMkLst>
            <pc:docMk/>
            <pc:sldMk cId="3428592132" sldId="305"/>
            <ac:spMk id="8" creationId="{B5180BCC-798F-6535-CD7C-EAD7D7153914}"/>
          </ac:spMkLst>
        </pc:spChg>
        <pc:spChg chg="mod">
          <ac:chgData name="Ksheeraja Manaswini" userId="d1f3ec3f6592a3f5" providerId="LiveId" clId="{C6AA9CBD-B3F6-4572-9249-CE9C44256387}" dt="2024-10-18T08:14:02.760" v="3120" actId="20577"/>
          <ac:spMkLst>
            <pc:docMk/>
            <pc:sldMk cId="3428592132" sldId="305"/>
            <ac:spMk id="9" creationId="{141374A3-46E8-DB32-43B9-70F2901A53C9}"/>
          </ac:spMkLst>
        </pc:spChg>
        <pc:spChg chg="mod">
          <ac:chgData name="Ksheeraja Manaswini" userId="d1f3ec3f6592a3f5" providerId="LiveId" clId="{C6AA9CBD-B3F6-4572-9249-CE9C44256387}" dt="2024-10-18T08:13:56.880" v="3098" actId="20577"/>
          <ac:spMkLst>
            <pc:docMk/>
            <pc:sldMk cId="3428592132" sldId="305"/>
            <ac:spMk id="11" creationId="{0168A637-E753-7D47-028D-4DFD4D31C0F9}"/>
          </ac:spMkLst>
        </pc:spChg>
        <pc:spChg chg="mod">
          <ac:chgData name="Ksheeraja Manaswini" userId="d1f3ec3f6592a3f5" providerId="LiveId" clId="{C6AA9CBD-B3F6-4572-9249-CE9C44256387}" dt="2024-10-18T08:13:23.030" v="3066" actId="20577"/>
          <ac:spMkLst>
            <pc:docMk/>
            <pc:sldMk cId="3428592132" sldId="305"/>
            <ac:spMk id="12" creationId="{8AF14A80-8137-2D92-6F9F-FCDE3AE30B9D}"/>
          </ac:spMkLst>
        </pc:spChg>
        <pc:spChg chg="mod">
          <ac:chgData name="Ksheeraja Manaswini" userId="d1f3ec3f6592a3f5" providerId="LiveId" clId="{C6AA9CBD-B3F6-4572-9249-CE9C44256387}" dt="2024-10-18T08:14:24.993" v="3161" actId="20577"/>
          <ac:spMkLst>
            <pc:docMk/>
            <pc:sldMk cId="3428592132" sldId="305"/>
            <ac:spMk id="13" creationId="{6C84E779-EC60-E5BA-18AA-B074F991B877}"/>
          </ac:spMkLst>
        </pc:spChg>
        <pc:spChg chg="mod">
          <ac:chgData name="Ksheeraja Manaswini" userId="d1f3ec3f6592a3f5" providerId="LiveId" clId="{C6AA9CBD-B3F6-4572-9249-CE9C44256387}" dt="2024-10-18T08:10:32.763" v="3031" actId="20577"/>
          <ac:spMkLst>
            <pc:docMk/>
            <pc:sldMk cId="3428592132" sldId="305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8:10:24.997" v="3009" actId="20577"/>
          <ac:spMkLst>
            <pc:docMk/>
            <pc:sldMk cId="3428592132" sldId="305"/>
            <ac:spMk id="321" creationId="{00000000-0000-0000-0000-000000000000}"/>
          </ac:spMkLst>
        </pc:spChg>
      </pc:sldChg>
      <pc:sldChg chg="addSp delSp modSp add mod ord delAnim modAnim">
        <pc:chgData name="Ksheeraja Manaswini" userId="d1f3ec3f6592a3f5" providerId="LiveId" clId="{C6AA9CBD-B3F6-4572-9249-CE9C44256387}" dt="2024-10-18T07:50:48.631" v="2639" actId="1076"/>
        <pc:sldMkLst>
          <pc:docMk/>
          <pc:sldMk cId="2837652186" sldId="306"/>
        </pc:sldMkLst>
        <pc:spChg chg="mod">
          <ac:chgData name="Ksheeraja Manaswini" userId="d1f3ec3f6592a3f5" providerId="LiveId" clId="{C6AA9CBD-B3F6-4572-9249-CE9C44256387}" dt="2024-10-18T07:50:09.346" v="2593" actId="20577"/>
          <ac:spMkLst>
            <pc:docMk/>
            <pc:sldMk cId="2837652186" sldId="306"/>
            <ac:spMk id="5" creationId="{87AC44C7-D50F-00CF-E249-BDAB545A1473}"/>
          </ac:spMkLst>
        </pc:spChg>
        <pc:spChg chg="add mod">
          <ac:chgData name="Ksheeraja Manaswini" userId="d1f3ec3f6592a3f5" providerId="LiveId" clId="{C6AA9CBD-B3F6-4572-9249-CE9C44256387}" dt="2024-10-18T07:50:35.656" v="2616" actId="1076"/>
          <ac:spMkLst>
            <pc:docMk/>
            <pc:sldMk cId="2837652186" sldId="306"/>
            <ac:spMk id="6" creationId="{DA9AC800-2D1B-D8E3-B94B-DB1D3D6DC40E}"/>
          </ac:spMkLst>
        </pc:spChg>
        <pc:spChg chg="del mod">
          <ac:chgData name="Ksheeraja Manaswini" userId="d1f3ec3f6592a3f5" providerId="LiveId" clId="{C6AA9CBD-B3F6-4572-9249-CE9C44256387}" dt="2024-10-18T07:50:30.715" v="2615" actId="478"/>
          <ac:spMkLst>
            <pc:docMk/>
            <pc:sldMk cId="2837652186" sldId="306"/>
            <ac:spMk id="16" creationId="{B2247B6F-9C47-A625-D997-6796FC4092CA}"/>
          </ac:spMkLst>
        </pc:spChg>
        <pc:spChg chg="mod">
          <ac:chgData name="Ksheeraja Manaswini" userId="d1f3ec3f6592a3f5" providerId="LiveId" clId="{C6AA9CBD-B3F6-4572-9249-CE9C44256387}" dt="2024-10-18T07:50:48.631" v="2639" actId="1076"/>
          <ac:spMkLst>
            <pc:docMk/>
            <pc:sldMk cId="2837652186" sldId="306"/>
            <ac:spMk id="18" creationId="{06E6C66F-9E52-B078-58C3-D686F4F2EEA7}"/>
          </ac:spMkLst>
        </pc:spChg>
        <pc:spChg chg="mod">
          <ac:chgData name="Ksheeraja Manaswini" userId="d1f3ec3f6592a3f5" providerId="LiveId" clId="{C6AA9CBD-B3F6-4572-9249-CE9C44256387}" dt="2024-10-18T07:45:40.881" v="2517" actId="20577"/>
          <ac:spMkLst>
            <pc:docMk/>
            <pc:sldMk cId="2837652186" sldId="306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7:45:37.242" v="2512" actId="20577"/>
          <ac:spMkLst>
            <pc:docMk/>
            <pc:sldMk cId="2837652186" sldId="306"/>
            <ac:spMk id="321" creationId="{00000000-0000-0000-0000-000000000000}"/>
          </ac:spMkLst>
        </pc:spChg>
        <pc:picChg chg="add mod">
          <ac:chgData name="Ksheeraja Manaswini" userId="d1f3ec3f6592a3f5" providerId="LiveId" clId="{C6AA9CBD-B3F6-4572-9249-CE9C44256387}" dt="2024-10-18T07:47:04.035" v="2524" actId="14100"/>
          <ac:picMkLst>
            <pc:docMk/>
            <pc:sldMk cId="2837652186" sldId="306"/>
            <ac:picMk id="2" creationId="{112F8636-8299-E7A6-DD72-138DD5B1E6E8}"/>
          </ac:picMkLst>
        </pc:picChg>
        <pc:picChg chg="del">
          <ac:chgData name="Ksheeraja Manaswini" userId="d1f3ec3f6592a3f5" providerId="LiveId" clId="{C6AA9CBD-B3F6-4572-9249-CE9C44256387}" dt="2024-10-18T07:47:00.884" v="2522" actId="478"/>
          <ac:picMkLst>
            <pc:docMk/>
            <pc:sldMk cId="2837652186" sldId="306"/>
            <ac:picMk id="8" creationId="{43C8DB30-3C61-454F-FCDC-6C34510EC438}"/>
          </ac:picMkLst>
        </pc:picChg>
      </pc:sldChg>
      <pc:sldChg chg="addSp delSp modSp add mod ord delAnim">
        <pc:chgData name="Ksheeraja Manaswini" userId="d1f3ec3f6592a3f5" providerId="LiveId" clId="{C6AA9CBD-B3F6-4572-9249-CE9C44256387}" dt="2024-10-18T08:25:03.638" v="3566" actId="20577"/>
        <pc:sldMkLst>
          <pc:docMk/>
          <pc:sldMk cId="2960192411" sldId="307"/>
        </pc:sldMkLst>
        <pc:spChg chg="del">
          <ac:chgData name="Ksheeraja Manaswini" userId="d1f3ec3f6592a3f5" providerId="LiveId" clId="{C6AA9CBD-B3F6-4572-9249-CE9C44256387}" dt="2024-10-18T07:58:30.826" v="2668" actId="478"/>
          <ac:spMkLst>
            <pc:docMk/>
            <pc:sldMk cId="2960192411" sldId="307"/>
            <ac:spMk id="3" creationId="{A0CBD1D1-9302-D61D-3B01-0640143C0337}"/>
          </ac:spMkLst>
        </pc:spChg>
        <pc:spChg chg="mod">
          <ac:chgData name="Ksheeraja Manaswini" userId="d1f3ec3f6592a3f5" providerId="LiveId" clId="{C6AA9CBD-B3F6-4572-9249-CE9C44256387}" dt="2024-10-18T08:25:03.638" v="3566" actId="20577"/>
          <ac:spMkLst>
            <pc:docMk/>
            <pc:sldMk cId="2960192411" sldId="307"/>
            <ac:spMk id="4" creationId="{903770CD-EC6C-A673-D167-60DD50ED5051}"/>
          </ac:spMkLst>
        </pc:spChg>
        <pc:spChg chg="del">
          <ac:chgData name="Ksheeraja Manaswini" userId="d1f3ec3f6592a3f5" providerId="LiveId" clId="{C6AA9CBD-B3F6-4572-9249-CE9C44256387}" dt="2024-10-18T07:58:30.826" v="2668" actId="478"/>
          <ac:spMkLst>
            <pc:docMk/>
            <pc:sldMk cId="2960192411" sldId="307"/>
            <ac:spMk id="5" creationId="{87AC44C7-D50F-00CF-E249-BDAB545A1473}"/>
          </ac:spMkLst>
        </pc:spChg>
        <pc:spChg chg="del">
          <ac:chgData name="Ksheeraja Manaswini" userId="d1f3ec3f6592a3f5" providerId="LiveId" clId="{C6AA9CBD-B3F6-4572-9249-CE9C44256387}" dt="2024-10-18T07:58:30.826" v="2668" actId="478"/>
          <ac:spMkLst>
            <pc:docMk/>
            <pc:sldMk cId="2960192411" sldId="307"/>
            <ac:spMk id="16" creationId="{B2247B6F-9C47-A625-D997-6796FC4092CA}"/>
          </ac:spMkLst>
        </pc:spChg>
        <pc:spChg chg="del">
          <ac:chgData name="Ksheeraja Manaswini" userId="d1f3ec3f6592a3f5" providerId="LiveId" clId="{C6AA9CBD-B3F6-4572-9249-CE9C44256387}" dt="2024-10-18T07:58:30.826" v="2668" actId="478"/>
          <ac:spMkLst>
            <pc:docMk/>
            <pc:sldMk cId="2960192411" sldId="307"/>
            <ac:spMk id="18" creationId="{06E6C66F-9E52-B078-58C3-D686F4F2EEA7}"/>
          </ac:spMkLst>
        </pc:spChg>
        <pc:spChg chg="mod">
          <ac:chgData name="Ksheeraja Manaswini" userId="d1f3ec3f6592a3f5" providerId="LiveId" clId="{C6AA9CBD-B3F6-4572-9249-CE9C44256387}" dt="2024-10-18T07:52:25.610" v="2658" actId="20577"/>
          <ac:spMkLst>
            <pc:docMk/>
            <pc:sldMk cId="2960192411" sldId="307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7:52:18.680" v="2644" actId="20577"/>
          <ac:spMkLst>
            <pc:docMk/>
            <pc:sldMk cId="2960192411" sldId="307"/>
            <ac:spMk id="321" creationId="{00000000-0000-0000-0000-000000000000}"/>
          </ac:spMkLst>
        </pc:spChg>
        <pc:graphicFrameChg chg="add mod modGraphic">
          <ac:chgData name="Ksheeraja Manaswini" userId="d1f3ec3f6592a3f5" providerId="LiveId" clId="{C6AA9CBD-B3F6-4572-9249-CE9C44256387}" dt="2024-10-18T08:07:27.725" v="2866"/>
          <ac:graphicFrameMkLst>
            <pc:docMk/>
            <pc:sldMk cId="2960192411" sldId="307"/>
            <ac:graphicFrameMk id="7" creationId="{26E6ABB0-433F-0ED7-4497-913603ED4B9C}"/>
          </ac:graphicFrameMkLst>
        </pc:graphicFrameChg>
        <pc:picChg chg="add mod">
          <ac:chgData name="Ksheeraja Manaswini" userId="d1f3ec3f6592a3f5" providerId="LiveId" clId="{C6AA9CBD-B3F6-4572-9249-CE9C44256387}" dt="2024-10-18T07:57:24.891" v="2667" actId="14100"/>
          <ac:picMkLst>
            <pc:docMk/>
            <pc:sldMk cId="2960192411" sldId="307"/>
            <ac:picMk id="6" creationId="{8B965E5A-3A23-3BEF-E761-EC09F12B9953}"/>
          </ac:picMkLst>
        </pc:picChg>
        <pc:picChg chg="del">
          <ac:chgData name="Ksheeraja Manaswini" userId="d1f3ec3f6592a3f5" providerId="LiveId" clId="{C6AA9CBD-B3F6-4572-9249-CE9C44256387}" dt="2024-10-18T07:57:07.627" v="2660" actId="478"/>
          <ac:picMkLst>
            <pc:docMk/>
            <pc:sldMk cId="2960192411" sldId="307"/>
            <ac:picMk id="8" creationId="{43C8DB30-3C61-454F-FCDC-6C34510EC438}"/>
          </ac:picMkLst>
        </pc:picChg>
      </pc:sldChg>
      <pc:sldChg chg="addSp modSp add mod ord modAnim">
        <pc:chgData name="Ksheeraja Manaswini" userId="d1f3ec3f6592a3f5" providerId="LiveId" clId="{C6AA9CBD-B3F6-4572-9249-CE9C44256387}" dt="2024-10-18T08:25:42.782" v="3640" actId="20577"/>
        <pc:sldMkLst>
          <pc:docMk/>
          <pc:sldMk cId="3985429290" sldId="308"/>
        </pc:sldMkLst>
        <pc:spChg chg="add mod">
          <ac:chgData name="Ksheeraja Manaswini" userId="d1f3ec3f6592a3f5" providerId="LiveId" clId="{C6AA9CBD-B3F6-4572-9249-CE9C44256387}" dt="2024-10-18T08:10:03.580" v="3005" actId="1076"/>
          <ac:spMkLst>
            <pc:docMk/>
            <pc:sldMk cId="3985429290" sldId="308"/>
            <ac:spMk id="2" creationId="{57A6878F-CA68-5510-9914-17179CAFC694}"/>
          </ac:spMkLst>
        </pc:spChg>
        <pc:spChg chg="mod">
          <ac:chgData name="Ksheeraja Manaswini" userId="d1f3ec3f6592a3f5" providerId="LiveId" clId="{C6AA9CBD-B3F6-4572-9249-CE9C44256387}" dt="2024-10-18T08:10:01.361" v="3004" actId="1076"/>
          <ac:spMkLst>
            <pc:docMk/>
            <pc:sldMk cId="3985429290" sldId="308"/>
            <ac:spMk id="3" creationId="{A0CBD1D1-9302-D61D-3B01-0640143C0337}"/>
          </ac:spMkLst>
        </pc:spChg>
        <pc:spChg chg="mod">
          <ac:chgData name="Ksheeraja Manaswini" userId="d1f3ec3f6592a3f5" providerId="LiveId" clId="{C6AA9CBD-B3F6-4572-9249-CE9C44256387}" dt="2024-10-18T08:25:42.782" v="3640" actId="20577"/>
          <ac:spMkLst>
            <pc:docMk/>
            <pc:sldMk cId="3985429290" sldId="308"/>
            <ac:spMk id="4" creationId="{903770CD-EC6C-A673-D167-60DD50ED5051}"/>
          </ac:spMkLst>
        </pc:spChg>
        <pc:spChg chg="mod">
          <ac:chgData name="Ksheeraja Manaswini" userId="d1f3ec3f6592a3f5" providerId="LiveId" clId="{C6AA9CBD-B3F6-4572-9249-CE9C44256387}" dt="2024-10-18T08:08:31.726" v="2909" actId="122"/>
          <ac:spMkLst>
            <pc:docMk/>
            <pc:sldMk cId="3985429290" sldId="308"/>
            <ac:spMk id="5" creationId="{87AC44C7-D50F-00CF-E249-BDAB545A1473}"/>
          </ac:spMkLst>
        </pc:spChg>
        <pc:spChg chg="mod">
          <ac:chgData name="Ksheeraja Manaswini" userId="d1f3ec3f6592a3f5" providerId="LiveId" clId="{C6AA9CBD-B3F6-4572-9249-CE9C44256387}" dt="2024-10-18T08:08:44.695" v="2927" actId="20577"/>
          <ac:spMkLst>
            <pc:docMk/>
            <pc:sldMk cId="3985429290" sldId="308"/>
            <ac:spMk id="16" creationId="{B2247B6F-9C47-A625-D997-6796FC4092CA}"/>
          </ac:spMkLst>
        </pc:spChg>
        <pc:spChg chg="mod">
          <ac:chgData name="Ksheeraja Manaswini" userId="d1f3ec3f6592a3f5" providerId="LiveId" clId="{C6AA9CBD-B3F6-4572-9249-CE9C44256387}" dt="2024-10-18T08:09:38.445" v="2954" actId="122"/>
          <ac:spMkLst>
            <pc:docMk/>
            <pc:sldMk cId="3985429290" sldId="308"/>
            <ac:spMk id="18" creationId="{06E6C66F-9E52-B078-58C3-D686F4F2EEA7}"/>
          </ac:spMkLst>
        </pc:spChg>
        <pc:spChg chg="mod">
          <ac:chgData name="Ksheeraja Manaswini" userId="d1f3ec3f6592a3f5" providerId="LiveId" clId="{C6AA9CBD-B3F6-4572-9249-CE9C44256387}" dt="2024-10-18T08:08:02.222" v="2880" actId="20577"/>
          <ac:spMkLst>
            <pc:docMk/>
            <pc:sldMk cId="3985429290" sldId="308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8:07:58.248" v="2871" actId="20577"/>
          <ac:spMkLst>
            <pc:docMk/>
            <pc:sldMk cId="3985429290" sldId="308"/>
            <ac:spMk id="321" creationId="{00000000-0000-0000-0000-000000000000}"/>
          </ac:spMkLst>
        </pc:spChg>
      </pc:sldChg>
      <pc:sldChg chg="addSp delSp modSp add del mod ord delAnim modAnim">
        <pc:chgData name="Ksheeraja Manaswini" userId="d1f3ec3f6592a3f5" providerId="LiveId" clId="{C6AA9CBD-B3F6-4572-9249-CE9C44256387}" dt="2024-10-18T08:26:00.665" v="3702" actId="20577"/>
        <pc:sldMkLst>
          <pc:docMk/>
          <pc:sldMk cId="3466773689" sldId="309"/>
        </pc:sldMkLst>
        <pc:spChg chg="add mod">
          <ac:chgData name="Ksheeraja Manaswini" userId="d1f3ec3f6592a3f5" providerId="LiveId" clId="{C6AA9CBD-B3F6-4572-9249-CE9C44256387}" dt="2024-10-18T08:16:23.130" v="3204"/>
          <ac:spMkLst>
            <pc:docMk/>
            <pc:sldMk cId="3466773689" sldId="309"/>
            <ac:spMk id="2" creationId="{1326D050-7CFD-D70F-C0F3-87565036A38A}"/>
          </ac:spMkLst>
        </pc:spChg>
        <pc:spChg chg="del">
          <ac:chgData name="Ksheeraja Manaswini" userId="d1f3ec3f6592a3f5" providerId="LiveId" clId="{C6AA9CBD-B3F6-4572-9249-CE9C44256387}" dt="2024-10-18T08:15:49.820" v="3200" actId="478"/>
          <ac:spMkLst>
            <pc:docMk/>
            <pc:sldMk cId="3466773689" sldId="309"/>
            <ac:spMk id="3" creationId="{A0CBD1D1-9302-D61D-3B01-0640143C0337}"/>
          </ac:spMkLst>
        </pc:spChg>
        <pc:spChg chg="mod">
          <ac:chgData name="Ksheeraja Manaswini" userId="d1f3ec3f6592a3f5" providerId="LiveId" clId="{C6AA9CBD-B3F6-4572-9249-CE9C44256387}" dt="2024-10-18T08:26:00.665" v="3702" actId="20577"/>
          <ac:spMkLst>
            <pc:docMk/>
            <pc:sldMk cId="3466773689" sldId="309"/>
            <ac:spMk id="4" creationId="{903770CD-EC6C-A673-D167-60DD50ED5051}"/>
          </ac:spMkLst>
        </pc:spChg>
        <pc:spChg chg="del">
          <ac:chgData name="Ksheeraja Manaswini" userId="d1f3ec3f6592a3f5" providerId="LiveId" clId="{C6AA9CBD-B3F6-4572-9249-CE9C44256387}" dt="2024-10-18T08:15:43.947" v="3197" actId="478"/>
          <ac:spMkLst>
            <pc:docMk/>
            <pc:sldMk cId="3466773689" sldId="309"/>
            <ac:spMk id="5" creationId="{87AC44C7-D50F-00CF-E249-BDAB545A1473}"/>
          </ac:spMkLst>
        </pc:spChg>
        <pc:spChg chg="add mod">
          <ac:chgData name="Ksheeraja Manaswini" userId="d1f3ec3f6592a3f5" providerId="LiveId" clId="{C6AA9CBD-B3F6-4572-9249-CE9C44256387}" dt="2024-10-18T08:16:14.392" v="3201"/>
          <ac:spMkLst>
            <pc:docMk/>
            <pc:sldMk cId="3466773689" sldId="309"/>
            <ac:spMk id="6" creationId="{53510D6D-1514-17D3-F4C1-09F9F912D1CA}"/>
          </ac:spMkLst>
        </pc:spChg>
        <pc:spChg chg="add mod">
          <ac:chgData name="Ksheeraja Manaswini" userId="d1f3ec3f6592a3f5" providerId="LiveId" clId="{C6AA9CBD-B3F6-4572-9249-CE9C44256387}" dt="2024-10-18T08:16:14.392" v="3201"/>
          <ac:spMkLst>
            <pc:docMk/>
            <pc:sldMk cId="3466773689" sldId="309"/>
            <ac:spMk id="7" creationId="{607F5C70-F4DD-8A23-2DB6-24CF811011CF}"/>
          </ac:spMkLst>
        </pc:spChg>
        <pc:spChg chg="add mod">
          <ac:chgData name="Ksheeraja Manaswini" userId="d1f3ec3f6592a3f5" providerId="LiveId" clId="{C6AA9CBD-B3F6-4572-9249-CE9C44256387}" dt="2024-10-18T08:18:59.001" v="3328" actId="1037"/>
          <ac:spMkLst>
            <pc:docMk/>
            <pc:sldMk cId="3466773689" sldId="309"/>
            <ac:spMk id="9" creationId="{FE4988D9-CEAB-3A44-816C-D8E62D47D106}"/>
          </ac:spMkLst>
        </pc:spChg>
        <pc:spChg chg="add del mod">
          <ac:chgData name="Ksheeraja Manaswini" userId="d1f3ec3f6592a3f5" providerId="LiveId" clId="{C6AA9CBD-B3F6-4572-9249-CE9C44256387}" dt="2024-10-18T08:19:06.174" v="3330" actId="478"/>
          <ac:spMkLst>
            <pc:docMk/>
            <pc:sldMk cId="3466773689" sldId="309"/>
            <ac:spMk id="10" creationId="{FE922A53-50BD-F25B-8543-31C7667605DD}"/>
          </ac:spMkLst>
        </pc:spChg>
        <pc:spChg chg="add del mod">
          <ac:chgData name="Ksheeraja Manaswini" userId="d1f3ec3f6592a3f5" providerId="LiveId" clId="{C6AA9CBD-B3F6-4572-9249-CE9C44256387}" dt="2024-10-18T08:19:03.852" v="3329" actId="478"/>
          <ac:spMkLst>
            <pc:docMk/>
            <pc:sldMk cId="3466773689" sldId="309"/>
            <ac:spMk id="11" creationId="{561AADD8-5BA2-78B6-88EF-736D38C3A7D9}"/>
          </ac:spMkLst>
        </pc:spChg>
        <pc:spChg chg="del">
          <ac:chgData name="Ksheeraja Manaswini" userId="d1f3ec3f6592a3f5" providerId="LiveId" clId="{C6AA9CBD-B3F6-4572-9249-CE9C44256387}" dt="2024-10-18T08:15:45.769" v="3198" actId="478"/>
          <ac:spMkLst>
            <pc:docMk/>
            <pc:sldMk cId="3466773689" sldId="309"/>
            <ac:spMk id="16" creationId="{B2247B6F-9C47-A625-D997-6796FC4092CA}"/>
          </ac:spMkLst>
        </pc:spChg>
        <pc:spChg chg="del">
          <ac:chgData name="Ksheeraja Manaswini" userId="d1f3ec3f6592a3f5" providerId="LiveId" clId="{C6AA9CBD-B3F6-4572-9249-CE9C44256387}" dt="2024-10-18T08:15:47.711" v="3199" actId="478"/>
          <ac:spMkLst>
            <pc:docMk/>
            <pc:sldMk cId="3466773689" sldId="309"/>
            <ac:spMk id="18" creationId="{06E6C66F-9E52-B078-58C3-D686F4F2EEA7}"/>
          </ac:spMkLst>
        </pc:spChg>
        <pc:spChg chg="mod">
          <ac:chgData name="Ksheeraja Manaswini" userId="d1f3ec3f6592a3f5" providerId="LiveId" clId="{C6AA9CBD-B3F6-4572-9249-CE9C44256387}" dt="2024-10-18T08:18:28.482" v="3287" actId="404"/>
          <ac:spMkLst>
            <pc:docMk/>
            <pc:sldMk cId="3466773689" sldId="309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8:18:41.173" v="3291" actId="14100"/>
          <ac:spMkLst>
            <pc:docMk/>
            <pc:sldMk cId="3466773689" sldId="309"/>
            <ac:spMk id="321" creationId="{00000000-0000-0000-0000-000000000000}"/>
          </ac:spMkLst>
        </pc:spChg>
        <pc:picChg chg="add mod">
          <ac:chgData name="Ksheeraja Manaswini" userId="d1f3ec3f6592a3f5" providerId="LiveId" clId="{C6AA9CBD-B3F6-4572-9249-CE9C44256387}" dt="2024-10-18T08:19:39.130" v="3334" actId="14100"/>
          <ac:picMkLst>
            <pc:docMk/>
            <pc:sldMk cId="3466773689" sldId="309"/>
            <ac:picMk id="13" creationId="{39F1C30E-5C06-183C-37AD-3AB9BF9F6450}"/>
          </ac:picMkLst>
        </pc:picChg>
        <pc:cxnChg chg="mod">
          <ac:chgData name="Ksheeraja Manaswini" userId="d1f3ec3f6592a3f5" providerId="LiveId" clId="{C6AA9CBD-B3F6-4572-9249-CE9C44256387}" dt="2024-10-18T08:18:47.737" v="3292" actId="1076"/>
          <ac:cxnSpMkLst>
            <pc:docMk/>
            <pc:sldMk cId="3466773689" sldId="309"/>
            <ac:cxnSpMk id="323" creationId="{00000000-0000-0000-0000-000000000000}"/>
          </ac:cxnSpMkLst>
        </pc:cxnChg>
      </pc:sldChg>
      <pc:sldChg chg="addSp delSp modSp add mod delAnim">
        <pc:chgData name="Ksheeraja Manaswini" userId="d1f3ec3f6592a3f5" providerId="LiveId" clId="{C6AA9CBD-B3F6-4572-9249-CE9C44256387}" dt="2024-10-19T04:17:01.744" v="4057" actId="14826"/>
        <pc:sldMkLst>
          <pc:docMk/>
          <pc:sldMk cId="3405152862" sldId="310"/>
        </pc:sldMkLst>
        <pc:spChg chg="add del mod">
          <ac:chgData name="Ksheeraja Manaswini" userId="d1f3ec3f6592a3f5" providerId="LiveId" clId="{C6AA9CBD-B3F6-4572-9249-CE9C44256387}" dt="2024-10-18T08:20:45.232" v="3344" actId="478"/>
          <ac:spMkLst>
            <pc:docMk/>
            <pc:sldMk cId="3405152862" sldId="310"/>
            <ac:spMk id="3" creationId="{C31D87A0-D9ED-B1A7-7134-7A44C3F36B1A}"/>
          </ac:spMkLst>
        </pc:spChg>
        <pc:spChg chg="mod">
          <ac:chgData name="Ksheeraja Manaswini" userId="d1f3ec3f6592a3f5" providerId="LiveId" clId="{C6AA9CBD-B3F6-4572-9249-CE9C44256387}" dt="2024-10-18T08:26:18.237" v="3757" actId="313"/>
          <ac:spMkLst>
            <pc:docMk/>
            <pc:sldMk cId="3405152862" sldId="310"/>
            <ac:spMk id="4" creationId="{903770CD-EC6C-A673-D167-60DD50ED5051}"/>
          </ac:spMkLst>
        </pc:spChg>
        <pc:spChg chg="add del mod">
          <ac:chgData name="Ksheeraja Manaswini" userId="d1f3ec3f6592a3f5" providerId="LiveId" clId="{C6AA9CBD-B3F6-4572-9249-CE9C44256387}" dt="2024-10-18T08:21:01.274" v="3349" actId="478"/>
          <ac:spMkLst>
            <pc:docMk/>
            <pc:sldMk cId="3405152862" sldId="310"/>
            <ac:spMk id="6" creationId="{15175957-60F1-3C68-4A21-BABBEB305986}"/>
          </ac:spMkLst>
        </pc:spChg>
        <pc:spChg chg="mod">
          <ac:chgData name="Ksheeraja Manaswini" userId="d1f3ec3f6592a3f5" providerId="LiveId" clId="{C6AA9CBD-B3F6-4572-9249-CE9C44256387}" dt="2024-10-18T08:21:19.628" v="3374" actId="20577"/>
          <ac:spMkLst>
            <pc:docMk/>
            <pc:sldMk cId="3405152862" sldId="310"/>
            <ac:spMk id="9" creationId="{FE4988D9-CEAB-3A44-816C-D8E62D47D106}"/>
          </ac:spMkLst>
        </pc:spChg>
        <pc:spChg chg="del mod">
          <ac:chgData name="Ksheeraja Manaswini" userId="d1f3ec3f6592a3f5" providerId="LiveId" clId="{C6AA9CBD-B3F6-4572-9249-CE9C44256387}" dt="2024-10-18T08:20:35.386" v="3342" actId="478"/>
          <ac:spMkLst>
            <pc:docMk/>
            <pc:sldMk cId="3405152862" sldId="310"/>
            <ac:spMk id="320" creationId="{00000000-0000-0000-0000-000000000000}"/>
          </ac:spMkLst>
        </pc:spChg>
        <pc:spChg chg="del">
          <ac:chgData name="Ksheeraja Manaswini" userId="d1f3ec3f6592a3f5" providerId="LiveId" clId="{C6AA9CBD-B3F6-4572-9249-CE9C44256387}" dt="2024-10-18T08:20:49.155" v="3345" actId="478"/>
          <ac:spMkLst>
            <pc:docMk/>
            <pc:sldMk cId="3405152862" sldId="310"/>
            <ac:spMk id="321" creationId="{00000000-0000-0000-0000-000000000000}"/>
          </ac:spMkLst>
        </pc:spChg>
        <pc:picChg chg="del">
          <ac:chgData name="Ksheeraja Manaswini" userId="d1f3ec3f6592a3f5" providerId="LiveId" clId="{C6AA9CBD-B3F6-4572-9249-CE9C44256387}" dt="2024-10-18T08:20:37.062" v="3343" actId="478"/>
          <ac:picMkLst>
            <pc:docMk/>
            <pc:sldMk cId="3405152862" sldId="310"/>
            <ac:picMk id="8" creationId="{43C8DB30-3C61-454F-FCDC-6C34510EC438}"/>
          </ac:picMkLst>
        </pc:picChg>
        <pc:picChg chg="add mod ord">
          <ac:chgData name="Ksheeraja Manaswini" userId="d1f3ec3f6592a3f5" providerId="LiveId" clId="{C6AA9CBD-B3F6-4572-9249-CE9C44256387}" dt="2024-10-19T04:17:01.744" v="4057" actId="14826"/>
          <ac:picMkLst>
            <pc:docMk/>
            <pc:sldMk cId="3405152862" sldId="310"/>
            <ac:picMk id="10" creationId="{2A3711F4-8C99-9B2B-9CFB-D20911BE3F91}"/>
          </ac:picMkLst>
        </pc:picChg>
        <pc:picChg chg="del">
          <ac:chgData name="Ksheeraja Manaswini" userId="d1f3ec3f6592a3f5" providerId="LiveId" clId="{C6AA9CBD-B3F6-4572-9249-CE9C44256387}" dt="2024-10-18T08:21:21.732" v="3375" actId="478"/>
          <ac:picMkLst>
            <pc:docMk/>
            <pc:sldMk cId="3405152862" sldId="310"/>
            <ac:picMk id="13" creationId="{39F1C30E-5C06-183C-37AD-3AB9BF9F6450}"/>
          </ac:picMkLst>
        </pc:picChg>
        <pc:cxnChg chg="del">
          <ac:chgData name="Ksheeraja Manaswini" userId="d1f3ec3f6592a3f5" providerId="LiveId" clId="{C6AA9CBD-B3F6-4572-9249-CE9C44256387}" dt="2024-10-18T08:20:52.968" v="3346" actId="478"/>
          <ac:cxnSpMkLst>
            <pc:docMk/>
            <pc:sldMk cId="3405152862" sldId="310"/>
            <ac:cxnSpMk id="323" creationId="{00000000-0000-0000-0000-000000000000}"/>
          </ac:cxnSpMkLst>
        </pc:cxnChg>
      </pc:sldChg>
      <pc:sldChg chg="new del">
        <pc:chgData name="Ksheeraja Manaswini" userId="d1f3ec3f6592a3f5" providerId="LiveId" clId="{C6AA9CBD-B3F6-4572-9249-CE9C44256387}" dt="2024-10-18T08:20:09.833" v="3337" actId="2696"/>
        <pc:sldMkLst>
          <pc:docMk/>
          <pc:sldMk cId="3648459092" sldId="310"/>
        </pc:sldMkLst>
      </pc:sldChg>
      <pc:sldChg chg="modSp add">
        <pc:chgData name="Ksheeraja Manaswini" userId="d1f3ec3f6592a3f5" providerId="LiveId" clId="{C6AA9CBD-B3F6-4572-9249-CE9C44256387}" dt="2024-10-18T08:26:43.596" v="3822" actId="20577"/>
        <pc:sldMkLst>
          <pc:docMk/>
          <pc:sldMk cId="1755885426" sldId="311"/>
        </pc:sldMkLst>
        <pc:spChg chg="mod">
          <ac:chgData name="Ksheeraja Manaswini" userId="d1f3ec3f6592a3f5" providerId="LiveId" clId="{C6AA9CBD-B3F6-4572-9249-CE9C44256387}" dt="2024-10-18T08:26:43.596" v="3822" actId="20577"/>
          <ac:spMkLst>
            <pc:docMk/>
            <pc:sldMk cId="1755885426" sldId="311"/>
            <ac:spMk id="4" creationId="{903770CD-EC6C-A673-D167-60DD50ED5051}"/>
          </ac:spMkLst>
        </pc:spChg>
        <pc:spChg chg="mod">
          <ac:chgData name="Ksheeraja Manaswini" userId="d1f3ec3f6592a3f5" providerId="LiveId" clId="{C6AA9CBD-B3F6-4572-9249-CE9C44256387}" dt="2024-10-18T08:22:57.565" v="3432" actId="20577"/>
          <ac:spMkLst>
            <pc:docMk/>
            <pc:sldMk cId="1755885426" sldId="311"/>
            <ac:spMk id="9" creationId="{FE4988D9-CEAB-3A44-816C-D8E62D47D106}"/>
          </ac:spMkLst>
        </pc:spChg>
        <pc:picChg chg="mod">
          <ac:chgData name="Ksheeraja Manaswini" userId="d1f3ec3f6592a3f5" providerId="LiveId" clId="{C6AA9CBD-B3F6-4572-9249-CE9C44256387}" dt="2024-10-18T08:22:36.621" v="3420" actId="14826"/>
          <ac:picMkLst>
            <pc:docMk/>
            <pc:sldMk cId="1755885426" sldId="311"/>
            <ac:picMk id="10" creationId="{2A3711F4-8C99-9B2B-9CFB-D20911BE3F91}"/>
          </ac:picMkLst>
        </pc:picChg>
      </pc:sldChg>
      <pc:sldChg chg="modSp add">
        <pc:chgData name="Ksheeraja Manaswini" userId="d1f3ec3f6592a3f5" providerId="LiveId" clId="{C6AA9CBD-B3F6-4572-9249-CE9C44256387}" dt="2024-10-18T08:28:09.543" v="3846" actId="20577"/>
        <pc:sldMkLst>
          <pc:docMk/>
          <pc:sldMk cId="1984337492" sldId="312"/>
        </pc:sldMkLst>
        <pc:spChg chg="mod">
          <ac:chgData name="Ksheeraja Manaswini" userId="d1f3ec3f6592a3f5" providerId="LiveId" clId="{C6AA9CBD-B3F6-4572-9249-CE9C44256387}" dt="2024-10-18T08:28:09.543" v="3846" actId="20577"/>
          <ac:spMkLst>
            <pc:docMk/>
            <pc:sldMk cId="1984337492" sldId="312"/>
            <ac:spMk id="4" creationId="{903770CD-EC6C-A673-D167-60DD50ED5051}"/>
          </ac:spMkLst>
        </pc:spChg>
        <pc:spChg chg="mod">
          <ac:chgData name="Ksheeraja Manaswini" userId="d1f3ec3f6592a3f5" providerId="LiveId" clId="{C6AA9CBD-B3F6-4572-9249-CE9C44256387}" dt="2024-10-18T08:22:52.854" v="3429" actId="20577"/>
          <ac:spMkLst>
            <pc:docMk/>
            <pc:sldMk cId="1984337492" sldId="312"/>
            <ac:spMk id="9" creationId="{FE4988D9-CEAB-3A44-816C-D8E62D47D106}"/>
          </ac:spMkLst>
        </pc:spChg>
        <pc:picChg chg="mod">
          <ac:chgData name="Ksheeraja Manaswini" userId="d1f3ec3f6592a3f5" providerId="LiveId" clId="{C6AA9CBD-B3F6-4572-9249-CE9C44256387}" dt="2024-10-18T08:23:08.155" v="3433" actId="14826"/>
          <ac:picMkLst>
            <pc:docMk/>
            <pc:sldMk cId="1984337492" sldId="312"/>
            <ac:picMk id="10" creationId="{2A3711F4-8C99-9B2B-9CFB-D20911BE3F91}"/>
          </ac:picMkLst>
        </pc:picChg>
      </pc:sldChg>
      <pc:sldChg chg="modSp add modAnim">
        <pc:chgData name="Ksheeraja Manaswini" userId="d1f3ec3f6592a3f5" providerId="LiveId" clId="{C6AA9CBD-B3F6-4572-9249-CE9C44256387}" dt="2024-10-18T08:30:39.781" v="4056" actId="20577"/>
        <pc:sldMkLst>
          <pc:docMk/>
          <pc:sldMk cId="2333935760" sldId="313"/>
        </pc:sldMkLst>
        <pc:spChg chg="mod">
          <ac:chgData name="Ksheeraja Manaswini" userId="d1f3ec3f6592a3f5" providerId="LiveId" clId="{C6AA9CBD-B3F6-4572-9249-CE9C44256387}" dt="2024-10-18T08:30:39.781" v="4056" actId="20577"/>
          <ac:spMkLst>
            <pc:docMk/>
            <pc:sldMk cId="2333935760" sldId="313"/>
            <ac:spMk id="4" creationId="{903770CD-EC6C-A673-D167-60DD50ED5051}"/>
          </ac:spMkLst>
        </pc:spChg>
        <pc:spChg chg="mod">
          <ac:chgData name="Ksheeraja Manaswini" userId="d1f3ec3f6592a3f5" providerId="LiveId" clId="{C6AA9CBD-B3F6-4572-9249-CE9C44256387}" dt="2024-10-18T08:30:06.627" v="3960" actId="20577"/>
          <ac:spMkLst>
            <pc:docMk/>
            <pc:sldMk cId="2333935760" sldId="313"/>
            <ac:spMk id="8" creationId="{B5180BCC-798F-6535-CD7C-EAD7D7153914}"/>
          </ac:spMkLst>
        </pc:spChg>
        <pc:spChg chg="mod">
          <ac:chgData name="Ksheeraja Manaswini" userId="d1f3ec3f6592a3f5" providerId="LiveId" clId="{C6AA9CBD-B3F6-4572-9249-CE9C44256387}" dt="2024-10-18T08:29:58.980" v="3947" actId="20577"/>
          <ac:spMkLst>
            <pc:docMk/>
            <pc:sldMk cId="2333935760" sldId="313"/>
            <ac:spMk id="9" creationId="{141374A3-46E8-DB32-43B9-70F2901A53C9}"/>
          </ac:spMkLst>
        </pc:spChg>
        <pc:spChg chg="mod">
          <ac:chgData name="Ksheeraja Manaswini" userId="d1f3ec3f6592a3f5" providerId="LiveId" clId="{C6AA9CBD-B3F6-4572-9249-CE9C44256387}" dt="2024-10-18T08:29:52.495" v="3925" actId="20577"/>
          <ac:spMkLst>
            <pc:docMk/>
            <pc:sldMk cId="2333935760" sldId="313"/>
            <ac:spMk id="11" creationId="{0168A637-E753-7D47-028D-4DFD4D31C0F9}"/>
          </ac:spMkLst>
        </pc:spChg>
        <pc:spChg chg="mod">
          <ac:chgData name="Ksheeraja Manaswini" userId="d1f3ec3f6592a3f5" providerId="LiveId" clId="{C6AA9CBD-B3F6-4572-9249-CE9C44256387}" dt="2024-10-18T08:29:40.334" v="3902" actId="20577"/>
          <ac:spMkLst>
            <pc:docMk/>
            <pc:sldMk cId="2333935760" sldId="313"/>
            <ac:spMk id="12" creationId="{8AF14A80-8137-2D92-6F9F-FCDE3AE30B9D}"/>
          </ac:spMkLst>
        </pc:spChg>
        <pc:spChg chg="mod">
          <ac:chgData name="Ksheeraja Manaswini" userId="d1f3ec3f6592a3f5" providerId="LiveId" clId="{C6AA9CBD-B3F6-4572-9249-CE9C44256387}" dt="2024-10-18T08:30:16.611" v="4003" actId="20577"/>
          <ac:spMkLst>
            <pc:docMk/>
            <pc:sldMk cId="2333935760" sldId="313"/>
            <ac:spMk id="13" creationId="{6C84E779-EC60-E5BA-18AA-B074F991B877}"/>
          </ac:spMkLst>
        </pc:spChg>
        <pc:spChg chg="mod">
          <ac:chgData name="Ksheeraja Manaswini" userId="d1f3ec3f6592a3f5" providerId="LiveId" clId="{C6AA9CBD-B3F6-4572-9249-CE9C44256387}" dt="2024-10-18T08:29:19.722" v="3866" actId="20577"/>
          <ac:spMkLst>
            <pc:docMk/>
            <pc:sldMk cId="2333935760" sldId="313"/>
            <ac:spMk id="320" creationId="{00000000-0000-0000-0000-000000000000}"/>
          </ac:spMkLst>
        </pc:spChg>
        <pc:spChg chg="mod">
          <ac:chgData name="Ksheeraja Manaswini" userId="d1f3ec3f6592a3f5" providerId="LiveId" clId="{C6AA9CBD-B3F6-4572-9249-CE9C44256387}" dt="2024-10-18T08:29:14.951" v="3852" actId="20577"/>
          <ac:spMkLst>
            <pc:docMk/>
            <pc:sldMk cId="2333935760" sldId="313"/>
            <ac:spMk id="321" creationId="{00000000-0000-0000-0000-000000000000}"/>
          </ac:spMkLst>
        </pc:spChg>
      </pc:sldChg>
      <pc:sldMasterChg chg="delSldLayout">
        <pc:chgData name="Ksheeraja Manaswini" userId="d1f3ec3f6592a3f5" providerId="LiveId" clId="{C6AA9CBD-B3F6-4572-9249-CE9C44256387}" dt="2024-10-18T08:20:09.833" v="3337" actId="2696"/>
        <pc:sldMasterMkLst>
          <pc:docMk/>
          <pc:sldMasterMk cId="0" sldId="2147483671"/>
        </pc:sldMasterMkLst>
        <pc:sldLayoutChg chg="del">
          <pc:chgData name="Ksheeraja Manaswini" userId="d1f3ec3f6592a3f5" providerId="LiveId" clId="{C6AA9CBD-B3F6-4572-9249-CE9C44256387}" dt="2024-10-18T08:20:09.833" v="3337" actId="2696"/>
          <pc:sldLayoutMkLst>
            <pc:docMk/>
            <pc:sldMasterMk cId="0" sldId="2147483671"/>
            <pc:sldLayoutMk cId="0" sldId="2147483652"/>
          </pc:sldLayoutMkLst>
        </pc:sldLayoutChg>
        <pc:sldLayoutChg chg="del">
          <pc:chgData name="Ksheeraja Manaswini" userId="d1f3ec3f6592a3f5" providerId="LiveId" clId="{C6AA9CBD-B3F6-4572-9249-CE9C44256387}" dt="2024-10-18T06:59:49.616" v="1773" actId="47"/>
          <pc:sldLayoutMkLst>
            <pc:docMk/>
            <pc:sldMasterMk cId="0" sldId="2147483671"/>
            <pc:sldLayoutMk cId="0" sldId="2147483657"/>
          </pc:sldLayoutMkLst>
        </pc:sldLayoutChg>
        <pc:sldLayoutChg chg="del">
          <pc:chgData name="Ksheeraja Manaswini" userId="d1f3ec3f6592a3f5" providerId="LiveId" clId="{C6AA9CBD-B3F6-4572-9249-CE9C44256387}" dt="2024-10-18T08:20:09.833" v="3337" actId="2696"/>
          <pc:sldLayoutMkLst>
            <pc:docMk/>
            <pc:sldMasterMk cId="0" sldId="2147483671"/>
            <pc:sldLayoutMk cId="0" sldId="2147483660"/>
          </pc:sldLayoutMkLst>
        </pc:sldLayoutChg>
        <pc:sldLayoutChg chg="del">
          <pc:chgData name="Ksheeraja Manaswini" userId="d1f3ec3f6592a3f5" providerId="LiveId" clId="{C6AA9CBD-B3F6-4572-9249-CE9C44256387}" dt="2024-10-18T08:20:09.833" v="3337" actId="2696"/>
          <pc:sldLayoutMkLst>
            <pc:docMk/>
            <pc:sldMasterMk cId="0" sldId="2147483671"/>
            <pc:sldLayoutMk cId="0" sldId="2147483662"/>
          </pc:sldLayoutMkLst>
        </pc:sldLayoutChg>
        <pc:sldLayoutChg chg="del">
          <pc:chgData name="Ksheeraja Manaswini" userId="d1f3ec3f6592a3f5" providerId="LiveId" clId="{C6AA9CBD-B3F6-4572-9249-CE9C44256387}" dt="2024-10-18T08:20:09.833" v="3337" actId="2696"/>
          <pc:sldLayoutMkLst>
            <pc:docMk/>
            <pc:sldMasterMk cId="0" sldId="2147483671"/>
            <pc:sldLayoutMk cId="0" sldId="2147483666"/>
          </pc:sldLayoutMkLst>
        </pc:sldLayoutChg>
      </pc:sldMasterChg>
    </pc:docChg>
  </pc:docChgLst>
  <pc:docChgLst>
    <pc:chgData name="Ksheeraja Manaswini" userId="d1f3ec3f6592a3f5" providerId="LiveId" clId="{D5597E0F-DD90-4D1E-A96E-3B9CD802DD1B}"/>
    <pc:docChg chg="undo custSel addSld delSld modSld sldOrd modSection">
      <pc:chgData name="Ksheeraja Manaswini" userId="d1f3ec3f6592a3f5" providerId="LiveId" clId="{D5597E0F-DD90-4D1E-A96E-3B9CD802DD1B}" dt="2024-12-05T04:18:13.902" v="3931" actId="20577"/>
      <pc:docMkLst>
        <pc:docMk/>
      </pc:docMkLst>
      <pc:sldChg chg="modSp mod">
        <pc:chgData name="Ksheeraja Manaswini" userId="d1f3ec3f6592a3f5" providerId="LiveId" clId="{D5597E0F-DD90-4D1E-A96E-3B9CD802DD1B}" dt="2024-11-10T14:58:17.664" v="79" actId="20577"/>
        <pc:sldMkLst>
          <pc:docMk/>
          <pc:sldMk cId="0" sldId="256"/>
        </pc:sldMkLst>
        <pc:spChg chg="mod">
          <ac:chgData name="Ksheeraja Manaswini" userId="d1f3ec3f6592a3f5" providerId="LiveId" clId="{D5597E0F-DD90-4D1E-A96E-3B9CD802DD1B}" dt="2024-11-10T14:58:17.664" v="79" actId="20577"/>
          <ac:spMkLst>
            <pc:docMk/>
            <pc:sldMk cId="0" sldId="256"/>
            <ac:spMk id="2" creationId="{2DB5E6B6-85B7-A76E-C30E-0732A7956A8D}"/>
          </ac:spMkLst>
        </pc:spChg>
      </pc:sldChg>
      <pc:sldChg chg="addSp modSp mod modAnim">
        <pc:chgData name="Ksheeraja Manaswini" userId="d1f3ec3f6592a3f5" providerId="LiveId" clId="{D5597E0F-DD90-4D1E-A96E-3B9CD802DD1B}" dt="2024-11-10T15:08:24.247" v="567" actId="20577"/>
        <pc:sldMkLst>
          <pc:docMk/>
          <pc:sldMk cId="0" sldId="258"/>
        </pc:sldMkLst>
        <pc:spChg chg="mod">
          <ac:chgData name="Ksheeraja Manaswini" userId="d1f3ec3f6592a3f5" providerId="LiveId" clId="{D5597E0F-DD90-4D1E-A96E-3B9CD802DD1B}" dt="2024-11-10T15:00:25.339" v="100" actId="1076"/>
          <ac:spMkLst>
            <pc:docMk/>
            <pc:sldMk cId="0" sldId="258"/>
            <ac:spMk id="2" creationId="{55777903-253B-931A-33A9-42BE2420ADB8}"/>
          </ac:spMkLst>
        </pc:spChg>
        <pc:spChg chg="mod">
          <ac:chgData name="Ksheeraja Manaswini" userId="d1f3ec3f6592a3f5" providerId="LiveId" clId="{D5597E0F-DD90-4D1E-A96E-3B9CD802DD1B}" dt="2024-11-10T15:00:25.339" v="100" actId="1076"/>
          <ac:spMkLst>
            <pc:docMk/>
            <pc:sldMk cId="0" sldId="258"/>
            <ac:spMk id="3" creationId="{D8BEA5A4-00F2-0F41-8466-9AA5D114B5A1}"/>
          </ac:spMkLst>
        </pc:spChg>
        <pc:spChg chg="mod">
          <ac:chgData name="Ksheeraja Manaswini" userId="d1f3ec3f6592a3f5" providerId="LiveId" clId="{D5597E0F-DD90-4D1E-A96E-3B9CD802DD1B}" dt="2024-11-10T15:02:38.155" v="331" actId="1076"/>
          <ac:spMkLst>
            <pc:docMk/>
            <pc:sldMk cId="0" sldId="258"/>
            <ac:spMk id="4" creationId="{133151C5-9FB9-8A82-2829-F32833D01E51}"/>
          </ac:spMkLst>
        </pc:spChg>
        <pc:spChg chg="mod">
          <ac:chgData name="Ksheeraja Manaswini" userId="d1f3ec3f6592a3f5" providerId="LiveId" clId="{D5597E0F-DD90-4D1E-A96E-3B9CD802DD1B}" dt="2024-11-10T15:02:38.155" v="331" actId="1076"/>
          <ac:spMkLst>
            <pc:docMk/>
            <pc:sldMk cId="0" sldId="258"/>
            <ac:spMk id="5" creationId="{5B8CC748-75AF-88AD-A9E7-B85F9AF3DECB}"/>
          </ac:spMkLst>
        </pc:spChg>
        <pc:spChg chg="mod">
          <ac:chgData name="Ksheeraja Manaswini" userId="d1f3ec3f6592a3f5" providerId="LiveId" clId="{D5597E0F-DD90-4D1E-A96E-3B9CD802DD1B}" dt="2024-11-10T15:00:58.650" v="153" actId="1035"/>
          <ac:spMkLst>
            <pc:docMk/>
            <pc:sldMk cId="0" sldId="258"/>
            <ac:spMk id="6" creationId="{53FD2FD9-343A-C78D-CD16-E32FF7251DBA}"/>
          </ac:spMkLst>
        </pc:spChg>
        <pc:spChg chg="mod">
          <ac:chgData name="Ksheeraja Manaswini" userId="d1f3ec3f6592a3f5" providerId="LiveId" clId="{D5597E0F-DD90-4D1E-A96E-3B9CD802DD1B}" dt="2024-11-10T15:01:06.395" v="171" actId="1036"/>
          <ac:spMkLst>
            <pc:docMk/>
            <pc:sldMk cId="0" sldId="258"/>
            <ac:spMk id="7" creationId="{A9143D14-5BA2-59E4-2CA8-3FCA897F7D83}"/>
          </ac:spMkLst>
        </pc:spChg>
        <pc:spChg chg="mod">
          <ac:chgData name="Ksheeraja Manaswini" userId="d1f3ec3f6592a3f5" providerId="LiveId" clId="{D5597E0F-DD90-4D1E-A96E-3B9CD802DD1B}" dt="2024-11-10T15:03:17.640" v="486" actId="14100"/>
          <ac:spMkLst>
            <pc:docMk/>
            <pc:sldMk cId="0" sldId="258"/>
            <ac:spMk id="8" creationId="{F26FFD8B-AFCF-5089-C7A7-4094F24522CE}"/>
          </ac:spMkLst>
        </pc:spChg>
        <pc:spChg chg="mod">
          <ac:chgData name="Ksheeraja Manaswini" userId="d1f3ec3f6592a3f5" providerId="LiveId" clId="{D5597E0F-DD90-4D1E-A96E-3B9CD802DD1B}" dt="2024-11-10T15:03:07.305" v="433" actId="14100"/>
          <ac:spMkLst>
            <pc:docMk/>
            <pc:sldMk cId="0" sldId="258"/>
            <ac:spMk id="9" creationId="{C772E22F-AF37-596B-41ED-F9970F9EDE36}"/>
          </ac:spMkLst>
        </pc:spChg>
        <pc:spChg chg="add mod">
          <ac:chgData name="Ksheeraja Manaswini" userId="d1f3ec3f6592a3f5" providerId="LiveId" clId="{D5597E0F-DD90-4D1E-A96E-3B9CD802DD1B}" dt="2024-11-10T15:04:26.605" v="513" actId="1076"/>
          <ac:spMkLst>
            <pc:docMk/>
            <pc:sldMk cId="0" sldId="258"/>
            <ac:spMk id="10" creationId="{422BADE4-128D-C900-6680-3ADBDCD0777F}"/>
          </ac:spMkLst>
        </pc:spChg>
        <pc:spChg chg="add mod">
          <ac:chgData name="Ksheeraja Manaswini" userId="d1f3ec3f6592a3f5" providerId="LiveId" clId="{D5597E0F-DD90-4D1E-A96E-3B9CD802DD1B}" dt="2024-11-10T15:07:41.544" v="527" actId="20577"/>
          <ac:spMkLst>
            <pc:docMk/>
            <pc:sldMk cId="0" sldId="258"/>
            <ac:spMk id="11" creationId="{E4F2EDF6-E23E-D9C5-555F-5CB2C9001A7B}"/>
          </ac:spMkLst>
        </pc:spChg>
        <pc:spChg chg="add mod">
          <ac:chgData name="Ksheeraja Manaswini" userId="d1f3ec3f6592a3f5" providerId="LiveId" clId="{D5597E0F-DD90-4D1E-A96E-3B9CD802DD1B}" dt="2024-11-10T15:08:24.247" v="567" actId="20577"/>
          <ac:spMkLst>
            <pc:docMk/>
            <pc:sldMk cId="0" sldId="258"/>
            <ac:spMk id="12" creationId="{A3507D57-D10E-92A4-0A3A-6671C6A88D93}"/>
          </ac:spMkLst>
        </pc:spChg>
        <pc:spChg chg="add mod">
          <ac:chgData name="Ksheeraja Manaswini" userId="d1f3ec3f6592a3f5" providerId="LiveId" clId="{D5597E0F-DD90-4D1E-A96E-3B9CD802DD1B}" dt="2024-11-10T15:08:19.694" v="563" actId="1076"/>
          <ac:spMkLst>
            <pc:docMk/>
            <pc:sldMk cId="0" sldId="258"/>
            <ac:spMk id="13" creationId="{84784748-5855-81AF-E115-9C70CA5675E4}"/>
          </ac:spMkLst>
        </pc:spChg>
        <pc:spChg chg="mod">
          <ac:chgData name="Ksheeraja Manaswini" userId="d1f3ec3f6592a3f5" providerId="LiveId" clId="{D5597E0F-DD90-4D1E-A96E-3B9CD802DD1B}" dt="2024-11-10T15:00:09.190" v="99" actId="1076"/>
          <ac:spMkLst>
            <pc:docMk/>
            <pc:sldMk cId="0" sldId="258"/>
            <ac:spMk id="296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0:25.339" v="100" actId="1076"/>
          <ac:spMkLst>
            <pc:docMk/>
            <pc:sldMk cId="0" sldId="258"/>
            <ac:spMk id="297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1:18.592" v="185" actId="1038"/>
          <ac:spMkLst>
            <pc:docMk/>
            <pc:sldMk cId="0" sldId="258"/>
            <ac:spMk id="298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0:25.339" v="100" actId="1076"/>
          <ac:spMkLst>
            <pc:docMk/>
            <pc:sldMk cId="0" sldId="258"/>
            <ac:spMk id="299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1:58.271" v="232" actId="1076"/>
          <ac:spMkLst>
            <pc:docMk/>
            <pc:sldMk cId="0" sldId="258"/>
            <ac:spMk id="300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0:44.852" v="102" actId="1076"/>
          <ac:spMkLst>
            <pc:docMk/>
            <pc:sldMk cId="0" sldId="258"/>
            <ac:spMk id="301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0:25.339" v="100" actId="1076"/>
          <ac:spMkLst>
            <pc:docMk/>
            <pc:sldMk cId="0" sldId="258"/>
            <ac:spMk id="302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2:38.155" v="331" actId="1076"/>
          <ac:spMkLst>
            <pc:docMk/>
            <pc:sldMk cId="0" sldId="258"/>
            <ac:spMk id="303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0:36.188" v="101" actId="1076"/>
          <ac:spMkLst>
            <pc:docMk/>
            <pc:sldMk cId="0" sldId="258"/>
            <ac:spMk id="304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2:22.056" v="292" actId="1076"/>
          <ac:spMkLst>
            <pc:docMk/>
            <pc:sldMk cId="0" sldId="258"/>
            <ac:spMk id="305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1:45.158" v="190" actId="14100"/>
          <ac:spMkLst>
            <pc:docMk/>
            <pc:sldMk cId="0" sldId="258"/>
            <ac:spMk id="306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2:18.106" v="290" actId="14100"/>
          <ac:spMkLst>
            <pc:docMk/>
            <pc:sldMk cId="0" sldId="258"/>
            <ac:spMk id="307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5:02:55.517" v="384" actId="14100"/>
          <ac:spMkLst>
            <pc:docMk/>
            <pc:sldMk cId="0" sldId="258"/>
            <ac:spMk id="308" creationId="{00000000-0000-0000-0000-000000000000}"/>
          </ac:spMkLst>
        </pc:spChg>
      </pc:sldChg>
      <pc:sldChg chg="modSp mod">
        <pc:chgData name="Ksheeraja Manaswini" userId="d1f3ec3f6592a3f5" providerId="LiveId" clId="{D5597E0F-DD90-4D1E-A96E-3B9CD802DD1B}" dt="2024-11-10T18:06:17.881" v="3784" actId="6549"/>
        <pc:sldMkLst>
          <pc:docMk/>
          <pc:sldMk cId="121337573" sldId="275"/>
        </pc:sldMkLst>
        <pc:spChg chg="mod">
          <ac:chgData name="Ksheeraja Manaswini" userId="d1f3ec3f6592a3f5" providerId="LiveId" clId="{D5597E0F-DD90-4D1E-A96E-3B9CD802DD1B}" dt="2024-11-10T18:06:17.881" v="3784" actId="6549"/>
          <ac:spMkLst>
            <pc:docMk/>
            <pc:sldMk cId="121337573" sldId="275"/>
            <ac:spMk id="522" creationId="{00000000-0000-0000-0000-000000000000}"/>
          </ac:spMkLst>
        </pc:spChg>
      </pc:sldChg>
      <pc:sldChg chg="addSp delSp modSp mod">
        <pc:chgData name="Ksheeraja Manaswini" userId="d1f3ec3f6592a3f5" providerId="LiveId" clId="{D5597E0F-DD90-4D1E-A96E-3B9CD802DD1B}" dt="2024-12-04T17:30:59.486" v="3923" actId="1076"/>
        <pc:sldMkLst>
          <pc:docMk/>
          <pc:sldMk cId="2791282848" sldId="303"/>
        </pc:sldMkLst>
        <pc:spChg chg="mod">
          <ac:chgData name="Ksheeraja Manaswini" userId="d1f3ec3f6592a3f5" providerId="LiveId" clId="{D5597E0F-DD90-4D1E-A96E-3B9CD802DD1B}" dt="2024-12-04T17:29:52.165" v="3889" actId="20577"/>
          <ac:spMkLst>
            <pc:docMk/>
            <pc:sldMk cId="2791282848" sldId="303"/>
            <ac:spMk id="15" creationId="{FBA9D83E-439E-DA18-7EB5-4FE02712C892}"/>
          </ac:spMkLst>
        </pc:spChg>
        <pc:picChg chg="add mod">
          <ac:chgData name="Ksheeraja Manaswini" userId="d1f3ec3f6592a3f5" providerId="LiveId" clId="{D5597E0F-DD90-4D1E-A96E-3B9CD802DD1B}" dt="2024-12-04T17:30:59.486" v="3923" actId="1076"/>
          <ac:picMkLst>
            <pc:docMk/>
            <pc:sldMk cId="2791282848" sldId="303"/>
            <ac:picMk id="6" creationId="{A399EBB4-9D80-A9FE-0FC9-ED99E00B6AAE}"/>
          </ac:picMkLst>
        </pc:picChg>
        <pc:picChg chg="mod">
          <ac:chgData name="Ksheeraja Manaswini" userId="d1f3ec3f6592a3f5" providerId="LiveId" clId="{D5597E0F-DD90-4D1E-A96E-3B9CD802DD1B}" dt="2024-11-10T16:14:02.043" v="1170" actId="1076"/>
          <ac:picMkLst>
            <pc:docMk/>
            <pc:sldMk cId="2791282848" sldId="303"/>
            <ac:picMk id="37" creationId="{DDB88EE9-B9D0-6279-1583-C77A55F1A1C1}"/>
          </ac:picMkLst>
        </pc:picChg>
        <pc:picChg chg="del">
          <ac:chgData name="Ksheeraja Manaswini" userId="d1f3ec3f6592a3f5" providerId="LiveId" clId="{D5597E0F-DD90-4D1E-A96E-3B9CD802DD1B}" dt="2024-11-10T16:13:58.474" v="1169" actId="478"/>
          <ac:picMkLst>
            <pc:docMk/>
            <pc:sldMk cId="2791282848" sldId="303"/>
            <ac:picMk id="39" creationId="{EEC5E147-E214-656D-A00E-39F0C7472BA2}"/>
          </ac:picMkLst>
        </pc:picChg>
        <pc:picChg chg="del">
          <ac:chgData name="Ksheeraja Manaswini" userId="d1f3ec3f6592a3f5" providerId="LiveId" clId="{D5597E0F-DD90-4D1E-A96E-3B9CD802DD1B}" dt="2024-11-10T16:13:56.833" v="1168" actId="478"/>
          <ac:picMkLst>
            <pc:docMk/>
            <pc:sldMk cId="2791282848" sldId="303"/>
            <ac:picMk id="41" creationId="{BB14B482-266C-6ED6-6EF6-678B7A94ACD4}"/>
          </ac:picMkLst>
        </pc:picChg>
      </pc:sldChg>
      <pc:sldChg chg="modSp">
        <pc:chgData name="Ksheeraja Manaswini" userId="d1f3ec3f6592a3f5" providerId="LiveId" clId="{D5597E0F-DD90-4D1E-A96E-3B9CD802DD1B}" dt="2024-11-10T18:03:01.863" v="3590" actId="20577"/>
        <pc:sldMkLst>
          <pc:docMk/>
          <pc:sldMk cId="625029118" sldId="304"/>
        </pc:sldMkLst>
        <pc:spChg chg="mod">
          <ac:chgData name="Ksheeraja Manaswini" userId="d1f3ec3f6592a3f5" providerId="LiveId" clId="{D5597E0F-DD90-4D1E-A96E-3B9CD802DD1B}" dt="2024-11-10T18:03:01.863" v="3590" actId="20577"/>
          <ac:spMkLst>
            <pc:docMk/>
            <pc:sldMk cId="625029118" sldId="304"/>
            <ac:spMk id="8" creationId="{BEB46B63-CD63-0DF8-D12B-1C471572AEF9}"/>
          </ac:spMkLst>
        </pc:spChg>
      </pc:sldChg>
      <pc:sldChg chg="addSp delSp modSp mod addAnim delAnim">
        <pc:chgData name="Ksheeraja Manaswini" userId="d1f3ec3f6592a3f5" providerId="LiveId" clId="{D5597E0F-DD90-4D1E-A96E-3B9CD802DD1B}" dt="2024-11-10T18:01:57.960" v="3577" actId="20577"/>
        <pc:sldMkLst>
          <pc:docMk/>
          <pc:sldMk cId="2837652186" sldId="306"/>
        </pc:sldMkLst>
        <pc:spChg chg="mod">
          <ac:chgData name="Ksheeraja Manaswini" userId="d1f3ec3f6592a3f5" providerId="LiveId" clId="{D5597E0F-DD90-4D1E-A96E-3B9CD802DD1B}" dt="2024-11-10T18:01:49.705" v="3547" actId="1076"/>
          <ac:spMkLst>
            <pc:docMk/>
            <pc:sldMk cId="2837652186" sldId="306"/>
            <ac:spMk id="3" creationId="{A0CBD1D1-9302-D61D-3B01-0640143C0337}"/>
          </ac:spMkLst>
        </pc:spChg>
        <pc:spChg chg="add del mod">
          <ac:chgData name="Ksheeraja Manaswini" userId="d1f3ec3f6592a3f5" providerId="LiveId" clId="{D5597E0F-DD90-4D1E-A96E-3B9CD802DD1B}" dt="2024-11-10T18:01:57.960" v="3577" actId="20577"/>
          <ac:spMkLst>
            <pc:docMk/>
            <pc:sldMk cId="2837652186" sldId="306"/>
            <ac:spMk id="18" creationId="{06E6C66F-9E52-B078-58C3-D686F4F2EEA7}"/>
          </ac:spMkLst>
        </pc:spChg>
      </pc:sldChg>
      <pc:sldChg chg="modSp">
        <pc:chgData name="Ksheeraja Manaswini" userId="d1f3ec3f6592a3f5" providerId="LiveId" clId="{D5597E0F-DD90-4D1E-A96E-3B9CD802DD1B}" dt="2024-11-10T15:09:10.982" v="574" actId="20577"/>
        <pc:sldMkLst>
          <pc:docMk/>
          <pc:sldMk cId="2960192411" sldId="307"/>
        </pc:sldMkLst>
        <pc:graphicFrameChg chg="mod">
          <ac:chgData name="Ksheeraja Manaswini" userId="d1f3ec3f6592a3f5" providerId="LiveId" clId="{D5597E0F-DD90-4D1E-A96E-3B9CD802DD1B}" dt="2024-11-10T15:09:10.982" v="574" actId="20577"/>
          <ac:graphicFrameMkLst>
            <pc:docMk/>
            <pc:sldMk cId="2960192411" sldId="307"/>
            <ac:graphicFrameMk id="7" creationId="{26E6ABB0-433F-0ED7-4497-913603ED4B9C}"/>
          </ac:graphicFrameMkLst>
        </pc:graphicFrameChg>
      </pc:sldChg>
      <pc:sldChg chg="modSp mod">
        <pc:chgData name="Ksheeraja Manaswini" userId="d1f3ec3f6592a3f5" providerId="LiveId" clId="{D5597E0F-DD90-4D1E-A96E-3B9CD802DD1B}" dt="2024-12-04T17:21:30.328" v="3838" actId="14826"/>
        <pc:sldMkLst>
          <pc:docMk/>
          <pc:sldMk cId="3466773689" sldId="309"/>
        </pc:sldMkLst>
        <pc:picChg chg="mod">
          <ac:chgData name="Ksheeraja Manaswini" userId="d1f3ec3f6592a3f5" providerId="LiveId" clId="{D5597E0F-DD90-4D1E-A96E-3B9CD802DD1B}" dt="2024-12-04T17:21:30.328" v="3838" actId="14826"/>
          <ac:picMkLst>
            <pc:docMk/>
            <pc:sldMk cId="3466773689" sldId="309"/>
            <ac:picMk id="13" creationId="{39F1C30E-5C06-183C-37AD-3AB9BF9F6450}"/>
          </ac:picMkLst>
        </pc:picChg>
      </pc:sldChg>
      <pc:sldChg chg="modSp">
        <pc:chgData name="Ksheeraja Manaswini" userId="d1f3ec3f6592a3f5" providerId="LiveId" clId="{D5597E0F-DD90-4D1E-A96E-3B9CD802DD1B}" dt="2024-12-04T17:22:15.117" v="3840" actId="14826"/>
        <pc:sldMkLst>
          <pc:docMk/>
          <pc:sldMk cId="3405152862" sldId="310"/>
        </pc:sldMkLst>
        <pc:picChg chg="mod">
          <ac:chgData name="Ksheeraja Manaswini" userId="d1f3ec3f6592a3f5" providerId="LiveId" clId="{D5597E0F-DD90-4D1E-A96E-3B9CD802DD1B}" dt="2024-12-04T17:22:15.117" v="3840" actId="14826"/>
          <ac:picMkLst>
            <pc:docMk/>
            <pc:sldMk cId="3405152862" sldId="310"/>
            <ac:picMk id="10" creationId="{2A3711F4-8C99-9B2B-9CFB-D20911BE3F91}"/>
          </ac:picMkLst>
        </pc:picChg>
      </pc:sldChg>
      <pc:sldChg chg="modSp">
        <pc:chgData name="Ksheeraja Manaswini" userId="d1f3ec3f6592a3f5" providerId="LiveId" clId="{D5597E0F-DD90-4D1E-A96E-3B9CD802DD1B}" dt="2024-12-04T17:22:26.061" v="3841" actId="14826"/>
        <pc:sldMkLst>
          <pc:docMk/>
          <pc:sldMk cId="1755885426" sldId="311"/>
        </pc:sldMkLst>
        <pc:picChg chg="mod">
          <ac:chgData name="Ksheeraja Manaswini" userId="d1f3ec3f6592a3f5" providerId="LiveId" clId="{D5597E0F-DD90-4D1E-A96E-3B9CD802DD1B}" dt="2024-12-04T17:22:26.061" v="3841" actId="14826"/>
          <ac:picMkLst>
            <pc:docMk/>
            <pc:sldMk cId="1755885426" sldId="311"/>
            <ac:picMk id="10" creationId="{2A3711F4-8C99-9B2B-9CFB-D20911BE3F91}"/>
          </ac:picMkLst>
        </pc:picChg>
      </pc:sldChg>
      <pc:sldChg chg="modSp mod">
        <pc:chgData name="Ksheeraja Manaswini" userId="d1f3ec3f6592a3f5" providerId="LiveId" clId="{D5597E0F-DD90-4D1E-A96E-3B9CD802DD1B}" dt="2024-12-04T17:22:39.086" v="3842" actId="14826"/>
        <pc:sldMkLst>
          <pc:docMk/>
          <pc:sldMk cId="1984337492" sldId="312"/>
        </pc:sldMkLst>
        <pc:spChg chg="mod">
          <ac:chgData name="Ksheeraja Manaswini" userId="d1f3ec3f6592a3f5" providerId="LiveId" clId="{D5597E0F-DD90-4D1E-A96E-3B9CD802DD1B}" dt="2024-11-10T15:11:20.339" v="587" actId="1076"/>
          <ac:spMkLst>
            <pc:docMk/>
            <pc:sldMk cId="1984337492" sldId="312"/>
            <ac:spMk id="4" creationId="{903770CD-EC6C-A673-D167-60DD50ED5051}"/>
          </ac:spMkLst>
        </pc:spChg>
        <pc:picChg chg="mod">
          <ac:chgData name="Ksheeraja Manaswini" userId="d1f3ec3f6592a3f5" providerId="LiveId" clId="{D5597E0F-DD90-4D1E-A96E-3B9CD802DD1B}" dt="2024-12-04T17:22:39.086" v="3842" actId="14826"/>
          <ac:picMkLst>
            <pc:docMk/>
            <pc:sldMk cId="1984337492" sldId="312"/>
            <ac:picMk id="10" creationId="{2A3711F4-8C99-9B2B-9CFB-D20911BE3F91}"/>
          </ac:picMkLst>
        </pc:picChg>
      </pc:sldChg>
      <pc:sldChg chg="addSp delSp modSp mod delAnim">
        <pc:chgData name="Ksheeraja Manaswini" userId="d1f3ec3f6592a3f5" providerId="LiveId" clId="{D5597E0F-DD90-4D1E-A96E-3B9CD802DD1B}" dt="2024-11-10T17:56:39.844" v="3394" actId="1076"/>
        <pc:sldMkLst>
          <pc:docMk/>
          <pc:sldMk cId="2333935760" sldId="313"/>
        </pc:sldMkLst>
        <pc:spChg chg="mod">
          <ac:chgData name="Ksheeraja Manaswini" userId="d1f3ec3f6592a3f5" providerId="LiveId" clId="{D5597E0F-DD90-4D1E-A96E-3B9CD802DD1B}" dt="2024-11-10T16:47:25.253" v="2739" actId="1076"/>
          <ac:spMkLst>
            <pc:docMk/>
            <pc:sldMk cId="2333935760" sldId="313"/>
            <ac:spMk id="2" creationId="{BD23CBA0-E13C-8D03-E380-921FEEAEFBDA}"/>
          </ac:spMkLst>
        </pc:spChg>
        <pc:spChg chg="mod">
          <ac:chgData name="Ksheeraja Manaswini" userId="d1f3ec3f6592a3f5" providerId="LiveId" clId="{D5597E0F-DD90-4D1E-A96E-3B9CD802DD1B}" dt="2024-11-10T17:49:34.438" v="3173" actId="14100"/>
          <ac:spMkLst>
            <pc:docMk/>
            <pc:sldMk cId="2333935760" sldId="313"/>
            <ac:spMk id="4" creationId="{903770CD-EC6C-A673-D167-60DD50ED5051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8" creationId="{B5180BCC-798F-6535-CD7C-EAD7D7153914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9" creationId="{141374A3-46E8-DB32-43B9-70F2901A53C9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11" creationId="{0168A637-E753-7D47-028D-4DFD4D31C0F9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12" creationId="{8AF14A80-8137-2D92-6F9F-FCDE3AE30B9D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13" creationId="{6C84E779-EC60-E5BA-18AA-B074F991B877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14" creationId="{1B2A2163-DE58-7B30-A1EE-79AA99C01B17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19" creationId="{56A45AA6-0D78-3F0E-0FC9-13CFB8710B11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22" creationId="{66ECF7DF-2153-DC1D-4AFE-78FD0CCA72EA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23" creationId="{427B819C-2742-F87E-DD0D-2F0171533256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24" creationId="{D495285D-62C2-B147-8896-ABDD908F0495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25" creationId="{6DD954B8-762B-87DD-B9A0-C33A36918988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30" creationId="{9F095482-E636-C140-D343-F737A717BA74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31" creationId="{F6C01489-EC93-AADD-C694-010BA40CAE8C}"/>
          </ac:spMkLst>
        </pc:spChg>
        <pc:spChg chg="del">
          <ac:chgData name="Ksheeraja Manaswini" userId="d1f3ec3f6592a3f5" providerId="LiveId" clId="{D5597E0F-DD90-4D1E-A96E-3B9CD802DD1B}" dt="2024-11-10T16:44:17.071" v="2726" actId="478"/>
          <ac:spMkLst>
            <pc:docMk/>
            <pc:sldMk cId="2333935760" sldId="313"/>
            <ac:spMk id="32" creationId="{4A8F88C9-2D27-81C0-8E1E-2392EA474A7C}"/>
          </ac:spMkLst>
        </pc:spChg>
        <pc:spChg chg="mod">
          <ac:chgData name="Ksheeraja Manaswini" userId="d1f3ec3f6592a3f5" providerId="LiveId" clId="{D5597E0F-DD90-4D1E-A96E-3B9CD802DD1B}" dt="2024-11-10T17:56:39.844" v="3394" actId="1076"/>
          <ac:spMkLst>
            <pc:docMk/>
            <pc:sldMk cId="2333935760" sldId="313"/>
            <ac:spMk id="320" creationId="{00000000-0000-0000-0000-000000000000}"/>
          </ac:spMkLst>
        </pc:spChg>
        <pc:spChg chg="mod">
          <ac:chgData name="Ksheeraja Manaswini" userId="d1f3ec3f6592a3f5" providerId="LiveId" clId="{D5597E0F-DD90-4D1E-A96E-3B9CD802DD1B}" dt="2024-11-10T16:37:38.938" v="2716" actId="20577"/>
          <ac:spMkLst>
            <pc:docMk/>
            <pc:sldMk cId="2333935760" sldId="313"/>
            <ac:spMk id="321" creationId="{00000000-0000-0000-0000-000000000000}"/>
          </ac:spMkLst>
        </pc:spChg>
        <pc:graphicFrameChg chg="add mod modGraphic">
          <ac:chgData name="Ksheeraja Manaswini" userId="d1f3ec3f6592a3f5" providerId="LiveId" clId="{D5597E0F-DD90-4D1E-A96E-3B9CD802DD1B}" dt="2024-11-10T17:47:33.056" v="3142"/>
          <ac:graphicFrameMkLst>
            <pc:docMk/>
            <pc:sldMk cId="2333935760" sldId="313"/>
            <ac:graphicFrameMk id="5" creationId="{F3E5FE79-65AE-15FA-BD17-8362ECDC97E9}"/>
          </ac:graphicFrameMkLst>
        </pc:graphicFrameChg>
        <pc:cxnChg chg="del mod">
          <ac:chgData name="Ksheeraja Manaswini" userId="d1f3ec3f6592a3f5" providerId="LiveId" clId="{D5597E0F-DD90-4D1E-A96E-3B9CD802DD1B}" dt="2024-11-10T16:44:17.071" v="2726" actId="478"/>
          <ac:cxnSpMkLst>
            <pc:docMk/>
            <pc:sldMk cId="2333935760" sldId="313"/>
            <ac:cxnSpMk id="26" creationId="{917F7C7B-863B-EF3B-A45E-4E06C4CA3223}"/>
          </ac:cxnSpMkLst>
        </pc:cxnChg>
        <pc:cxnChg chg="del mod">
          <ac:chgData name="Ksheeraja Manaswini" userId="d1f3ec3f6592a3f5" providerId="LiveId" clId="{D5597E0F-DD90-4D1E-A96E-3B9CD802DD1B}" dt="2024-11-10T16:44:17.071" v="2726" actId="478"/>
          <ac:cxnSpMkLst>
            <pc:docMk/>
            <pc:sldMk cId="2333935760" sldId="313"/>
            <ac:cxnSpMk id="27" creationId="{D38BDC7B-A60D-6DCD-3A0B-D0164B610E11}"/>
          </ac:cxnSpMkLst>
        </pc:cxnChg>
        <pc:cxnChg chg="del mod">
          <ac:chgData name="Ksheeraja Manaswini" userId="d1f3ec3f6592a3f5" providerId="LiveId" clId="{D5597E0F-DD90-4D1E-A96E-3B9CD802DD1B}" dt="2024-11-10T16:44:17.071" v="2726" actId="478"/>
          <ac:cxnSpMkLst>
            <pc:docMk/>
            <pc:sldMk cId="2333935760" sldId="313"/>
            <ac:cxnSpMk id="28" creationId="{A9107471-6A12-0B56-8C4A-A0C108AC788C}"/>
          </ac:cxnSpMkLst>
        </pc:cxnChg>
        <pc:cxnChg chg="del mod">
          <ac:chgData name="Ksheeraja Manaswini" userId="d1f3ec3f6592a3f5" providerId="LiveId" clId="{D5597E0F-DD90-4D1E-A96E-3B9CD802DD1B}" dt="2024-11-10T16:44:17.071" v="2726" actId="478"/>
          <ac:cxnSpMkLst>
            <pc:docMk/>
            <pc:sldMk cId="2333935760" sldId="313"/>
            <ac:cxnSpMk id="33" creationId="{C138916A-2E17-D1C0-DB0A-C42B0023A291}"/>
          </ac:cxnSpMkLst>
        </pc:cxnChg>
        <pc:cxnChg chg="del mod">
          <ac:chgData name="Ksheeraja Manaswini" userId="d1f3ec3f6592a3f5" providerId="LiveId" clId="{D5597E0F-DD90-4D1E-A96E-3B9CD802DD1B}" dt="2024-11-10T16:44:17.071" v="2726" actId="478"/>
          <ac:cxnSpMkLst>
            <pc:docMk/>
            <pc:sldMk cId="2333935760" sldId="313"/>
            <ac:cxnSpMk id="34" creationId="{FB4C1D2A-2C61-6812-2BC9-082CE4098B5B}"/>
          </ac:cxnSpMkLst>
        </pc:cxnChg>
        <pc:cxnChg chg="del mod">
          <ac:chgData name="Ksheeraja Manaswini" userId="d1f3ec3f6592a3f5" providerId="LiveId" clId="{D5597E0F-DD90-4D1E-A96E-3B9CD802DD1B}" dt="2024-11-10T16:44:17.071" v="2726" actId="478"/>
          <ac:cxnSpMkLst>
            <pc:docMk/>
            <pc:sldMk cId="2333935760" sldId="313"/>
            <ac:cxnSpMk id="36" creationId="{A060B014-3B07-3970-F22A-7455BDE921CD}"/>
          </ac:cxnSpMkLst>
        </pc:cxnChg>
      </pc:sldChg>
      <pc:sldChg chg="modSp add mod">
        <pc:chgData name="Ksheeraja Manaswini" userId="d1f3ec3f6592a3f5" providerId="LiveId" clId="{D5597E0F-DD90-4D1E-A96E-3B9CD802DD1B}" dt="2024-12-04T17:22:56.533" v="3845" actId="14100"/>
        <pc:sldMkLst>
          <pc:docMk/>
          <pc:sldMk cId="2257719823" sldId="314"/>
        </pc:sldMkLst>
        <pc:spChg chg="mod">
          <ac:chgData name="Ksheeraja Manaswini" userId="d1f3ec3f6592a3f5" providerId="LiveId" clId="{D5597E0F-DD90-4D1E-A96E-3B9CD802DD1B}" dt="2024-11-10T15:18:46.122" v="638" actId="1076"/>
          <ac:spMkLst>
            <pc:docMk/>
            <pc:sldMk cId="2257719823" sldId="314"/>
            <ac:spMk id="4" creationId="{931A8192-6A0B-07FC-509F-CB87678EC99E}"/>
          </ac:spMkLst>
        </pc:spChg>
        <pc:spChg chg="mod">
          <ac:chgData name="Ksheeraja Manaswini" userId="d1f3ec3f6592a3f5" providerId="LiveId" clId="{D5597E0F-DD90-4D1E-A96E-3B9CD802DD1B}" dt="2024-11-10T15:12:54.634" v="593" actId="20577"/>
          <ac:spMkLst>
            <pc:docMk/>
            <pc:sldMk cId="2257719823" sldId="314"/>
            <ac:spMk id="9" creationId="{C0FC1224-1044-A1BC-3694-B87FA3EBCDB7}"/>
          </ac:spMkLst>
        </pc:spChg>
        <pc:picChg chg="mod">
          <ac:chgData name="Ksheeraja Manaswini" userId="d1f3ec3f6592a3f5" providerId="LiveId" clId="{D5597E0F-DD90-4D1E-A96E-3B9CD802DD1B}" dt="2024-12-04T17:22:56.533" v="3845" actId="14100"/>
          <ac:picMkLst>
            <pc:docMk/>
            <pc:sldMk cId="2257719823" sldId="314"/>
            <ac:picMk id="10" creationId="{2913DB8D-107C-93A3-893E-B07E1DFE8F28}"/>
          </ac:picMkLst>
        </pc:picChg>
      </pc:sldChg>
      <pc:sldChg chg="modSp add mod">
        <pc:chgData name="Ksheeraja Manaswini" userId="d1f3ec3f6592a3f5" providerId="LiveId" clId="{D5597E0F-DD90-4D1E-A96E-3B9CD802DD1B}" dt="2024-12-04T17:23:07.884" v="3846" actId="14826"/>
        <pc:sldMkLst>
          <pc:docMk/>
          <pc:sldMk cId="3516536597" sldId="315"/>
        </pc:sldMkLst>
        <pc:spChg chg="mod">
          <ac:chgData name="Ksheeraja Manaswini" userId="d1f3ec3f6592a3f5" providerId="LiveId" clId="{D5597E0F-DD90-4D1E-A96E-3B9CD802DD1B}" dt="2024-11-10T15:19:31.568" v="641"/>
          <ac:spMkLst>
            <pc:docMk/>
            <pc:sldMk cId="3516536597" sldId="315"/>
            <ac:spMk id="4" creationId="{6CF70C5A-17D0-4990-EC47-3EA4AC8C2D2C}"/>
          </ac:spMkLst>
        </pc:spChg>
        <pc:spChg chg="mod">
          <ac:chgData name="Ksheeraja Manaswini" userId="d1f3ec3f6592a3f5" providerId="LiveId" clId="{D5597E0F-DD90-4D1E-A96E-3B9CD802DD1B}" dt="2024-11-10T15:13:01.155" v="602" actId="20577"/>
          <ac:spMkLst>
            <pc:docMk/>
            <pc:sldMk cId="3516536597" sldId="315"/>
            <ac:spMk id="9" creationId="{75D3EA4B-68B4-7E63-E9D9-27DF5259563D}"/>
          </ac:spMkLst>
        </pc:spChg>
        <pc:picChg chg="mod">
          <ac:chgData name="Ksheeraja Manaswini" userId="d1f3ec3f6592a3f5" providerId="LiveId" clId="{D5597E0F-DD90-4D1E-A96E-3B9CD802DD1B}" dt="2024-12-04T17:23:07.884" v="3846" actId="14826"/>
          <ac:picMkLst>
            <pc:docMk/>
            <pc:sldMk cId="3516536597" sldId="315"/>
            <ac:picMk id="10" creationId="{22B93C70-5F67-8982-A6AE-E956048C6498}"/>
          </ac:picMkLst>
        </pc:picChg>
      </pc:sldChg>
      <pc:sldChg chg="modSp add mod">
        <pc:chgData name="Ksheeraja Manaswini" userId="d1f3ec3f6592a3f5" providerId="LiveId" clId="{D5597E0F-DD90-4D1E-A96E-3B9CD802DD1B}" dt="2024-12-04T17:23:19.197" v="3847" actId="14826"/>
        <pc:sldMkLst>
          <pc:docMk/>
          <pc:sldMk cId="1326967485" sldId="316"/>
        </pc:sldMkLst>
        <pc:spChg chg="mod">
          <ac:chgData name="Ksheeraja Manaswini" userId="d1f3ec3f6592a3f5" providerId="LiveId" clId="{D5597E0F-DD90-4D1E-A96E-3B9CD802DD1B}" dt="2024-11-10T15:20:06.820" v="646" actId="1076"/>
          <ac:spMkLst>
            <pc:docMk/>
            <pc:sldMk cId="1326967485" sldId="316"/>
            <ac:spMk id="4" creationId="{8CE35182-CF92-B628-900D-342BCAD4CEA6}"/>
          </ac:spMkLst>
        </pc:spChg>
        <pc:spChg chg="mod">
          <ac:chgData name="Ksheeraja Manaswini" userId="d1f3ec3f6592a3f5" providerId="LiveId" clId="{D5597E0F-DD90-4D1E-A96E-3B9CD802DD1B}" dt="2024-11-10T15:13:52.888" v="617" actId="20577"/>
          <ac:spMkLst>
            <pc:docMk/>
            <pc:sldMk cId="1326967485" sldId="316"/>
            <ac:spMk id="9" creationId="{EB1E13A7-3217-684D-777B-3E6ADF6EB96A}"/>
          </ac:spMkLst>
        </pc:spChg>
        <pc:picChg chg="mod">
          <ac:chgData name="Ksheeraja Manaswini" userId="d1f3ec3f6592a3f5" providerId="LiveId" clId="{D5597E0F-DD90-4D1E-A96E-3B9CD802DD1B}" dt="2024-12-04T17:23:19.197" v="3847" actId="14826"/>
          <ac:picMkLst>
            <pc:docMk/>
            <pc:sldMk cId="1326967485" sldId="316"/>
            <ac:picMk id="10" creationId="{A685E982-C258-C435-6BD2-FCB751B2E5CA}"/>
          </ac:picMkLst>
        </pc:picChg>
      </pc:sldChg>
      <pc:sldChg chg="addSp delSp modSp add mod addAnim delAnim">
        <pc:chgData name="Ksheeraja Manaswini" userId="d1f3ec3f6592a3f5" providerId="LiveId" clId="{D5597E0F-DD90-4D1E-A96E-3B9CD802DD1B}" dt="2024-12-04T17:22:02.404" v="3839" actId="14826"/>
        <pc:sldMkLst>
          <pc:docMk/>
          <pc:sldMk cId="834035697" sldId="317"/>
        </pc:sldMkLst>
        <pc:spChg chg="add del mod">
          <ac:chgData name="Ksheeraja Manaswini" userId="d1f3ec3f6592a3f5" providerId="LiveId" clId="{D5597E0F-DD90-4D1E-A96E-3B9CD802DD1B}" dt="2024-11-10T18:00:15.173" v="3505" actId="478"/>
          <ac:spMkLst>
            <pc:docMk/>
            <pc:sldMk cId="834035697" sldId="317"/>
            <ac:spMk id="3" creationId="{BE728636-196D-CBAE-5C10-F4570DAA5049}"/>
          </ac:spMkLst>
        </pc:spChg>
        <pc:spChg chg="mod">
          <ac:chgData name="Ksheeraja Manaswini" userId="d1f3ec3f6592a3f5" providerId="LiveId" clId="{D5597E0F-DD90-4D1E-A96E-3B9CD802DD1B}" dt="2024-11-10T15:18:18.474" v="635" actId="1076"/>
          <ac:spMkLst>
            <pc:docMk/>
            <pc:sldMk cId="834035697" sldId="317"/>
            <ac:spMk id="4" creationId="{9CEA3D14-10D7-BE64-514F-E596ED01F680}"/>
          </ac:spMkLst>
        </pc:spChg>
        <pc:spChg chg="add del mod">
          <ac:chgData name="Ksheeraja Manaswini" userId="d1f3ec3f6592a3f5" providerId="LiveId" clId="{D5597E0F-DD90-4D1E-A96E-3B9CD802DD1B}" dt="2024-11-10T18:00:33.803" v="3512" actId="478"/>
          <ac:spMkLst>
            <pc:docMk/>
            <pc:sldMk cId="834035697" sldId="317"/>
            <ac:spMk id="6" creationId="{92D8F2B7-B267-7AAE-B1D2-89C55DBAED00}"/>
          </ac:spMkLst>
        </pc:spChg>
        <pc:spChg chg="add del mod">
          <ac:chgData name="Ksheeraja Manaswini" userId="d1f3ec3f6592a3f5" providerId="LiveId" clId="{D5597E0F-DD90-4D1E-A96E-3B9CD802DD1B}" dt="2024-11-10T18:00:47.634" v="3517" actId="1076"/>
          <ac:spMkLst>
            <pc:docMk/>
            <pc:sldMk cId="834035697" sldId="317"/>
            <ac:spMk id="9" creationId="{AB328DB1-DE47-F364-02DC-14F4FE4778ED}"/>
          </ac:spMkLst>
        </pc:spChg>
        <pc:spChg chg="add del mod">
          <ac:chgData name="Ksheeraja Manaswini" userId="d1f3ec3f6592a3f5" providerId="LiveId" clId="{D5597E0F-DD90-4D1E-A96E-3B9CD802DD1B}" dt="2024-11-10T18:00:42.332" v="3515" actId="478"/>
          <ac:spMkLst>
            <pc:docMk/>
            <pc:sldMk cId="834035697" sldId="317"/>
            <ac:spMk id="10" creationId="{DE7BD802-2D9F-D537-1A49-3FFEC1834AFB}"/>
          </ac:spMkLst>
        </pc:spChg>
        <pc:spChg chg="del">
          <ac:chgData name="Ksheeraja Manaswini" userId="d1f3ec3f6592a3f5" providerId="LiveId" clId="{D5597E0F-DD90-4D1E-A96E-3B9CD802DD1B}" dt="2024-11-10T18:00:08.558" v="3504" actId="478"/>
          <ac:spMkLst>
            <pc:docMk/>
            <pc:sldMk cId="834035697" sldId="317"/>
            <ac:spMk id="320" creationId="{CFF133EA-461F-E869-51CF-7EF5CECF52E8}"/>
          </ac:spMkLst>
        </pc:spChg>
        <pc:spChg chg="add del">
          <ac:chgData name="Ksheeraja Manaswini" userId="d1f3ec3f6592a3f5" providerId="LiveId" clId="{D5597E0F-DD90-4D1E-A96E-3B9CD802DD1B}" dt="2024-11-10T18:00:36.760" v="3514" actId="478"/>
          <ac:spMkLst>
            <pc:docMk/>
            <pc:sldMk cId="834035697" sldId="317"/>
            <ac:spMk id="321" creationId="{B7225C6A-4392-31F1-ED81-6D83312C411F}"/>
          </ac:spMkLst>
        </pc:spChg>
        <pc:picChg chg="mod">
          <ac:chgData name="Ksheeraja Manaswini" userId="d1f3ec3f6592a3f5" providerId="LiveId" clId="{D5597E0F-DD90-4D1E-A96E-3B9CD802DD1B}" dt="2024-12-04T17:22:02.404" v="3839" actId="14826"/>
          <ac:picMkLst>
            <pc:docMk/>
            <pc:sldMk cId="834035697" sldId="317"/>
            <ac:picMk id="13" creationId="{7F7FAB71-7A43-14AD-947F-0DC9F10EA1A7}"/>
          </ac:picMkLst>
        </pc:picChg>
        <pc:cxnChg chg="add del">
          <ac:chgData name="Ksheeraja Manaswini" userId="d1f3ec3f6592a3f5" providerId="LiveId" clId="{D5597E0F-DD90-4D1E-A96E-3B9CD802DD1B}" dt="2024-11-10T18:00:44.620" v="3516" actId="478"/>
          <ac:cxnSpMkLst>
            <pc:docMk/>
            <pc:sldMk cId="834035697" sldId="317"/>
            <ac:cxnSpMk id="323" creationId="{13C9B3EA-B927-D35B-E639-7EC3CE665EEB}"/>
          </ac:cxnSpMkLst>
        </pc:cxnChg>
      </pc:sldChg>
      <pc:sldChg chg="addSp delSp modSp add mod ord modTransition delAnim modAnim">
        <pc:chgData name="Ksheeraja Manaswini" userId="d1f3ec3f6592a3f5" providerId="LiveId" clId="{D5597E0F-DD90-4D1E-A96E-3B9CD802DD1B}" dt="2024-12-04T17:26:38.288" v="3874" actId="20577"/>
        <pc:sldMkLst>
          <pc:docMk/>
          <pc:sldMk cId="3290167804" sldId="318"/>
        </pc:sldMkLst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8" creationId="{25BCB292-A842-C4A1-14AC-E6D34B6A08A7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9" creationId="{76327DA4-9E7E-B313-8BCA-6B471727D0DA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11" creationId="{8271CC60-7E53-EE99-D367-C8A861DE0F76}"/>
          </ac:spMkLst>
        </pc:spChg>
        <pc:spChg chg="del">
          <ac:chgData name="Ksheeraja Manaswini" userId="d1f3ec3f6592a3f5" providerId="LiveId" clId="{D5597E0F-DD90-4D1E-A96E-3B9CD802DD1B}" dt="2024-11-10T15:20:44.466" v="649" actId="478"/>
          <ac:spMkLst>
            <pc:docMk/>
            <pc:sldMk cId="3290167804" sldId="318"/>
            <ac:spMk id="12" creationId="{EEF2EE35-FDC1-77DE-94DD-2C8A410DA115}"/>
          </ac:spMkLst>
        </pc:spChg>
        <pc:spChg chg="del">
          <ac:chgData name="Ksheeraja Manaswini" userId="d1f3ec3f6592a3f5" providerId="LiveId" clId="{D5597E0F-DD90-4D1E-A96E-3B9CD802DD1B}" dt="2024-11-10T15:20:54.012" v="653" actId="478"/>
          <ac:spMkLst>
            <pc:docMk/>
            <pc:sldMk cId="3290167804" sldId="318"/>
            <ac:spMk id="13" creationId="{09C2AB39-63C0-F155-67C9-C3D99CF1000F}"/>
          </ac:spMkLst>
        </pc:spChg>
        <pc:spChg chg="del">
          <ac:chgData name="Ksheeraja Manaswini" userId="d1f3ec3f6592a3f5" providerId="LiveId" clId="{D5597E0F-DD90-4D1E-A96E-3B9CD802DD1B}" dt="2024-11-10T15:20:52.155" v="652" actId="478"/>
          <ac:spMkLst>
            <pc:docMk/>
            <pc:sldMk cId="3290167804" sldId="318"/>
            <ac:spMk id="14" creationId="{BEEF9F61-D71E-3803-08BD-41B94DF5B17E}"/>
          </ac:spMkLst>
        </pc:spChg>
        <pc:spChg chg="del">
          <ac:chgData name="Ksheeraja Manaswini" userId="d1f3ec3f6592a3f5" providerId="LiveId" clId="{D5597E0F-DD90-4D1E-A96E-3B9CD802DD1B}" dt="2024-11-10T15:20:50.671" v="651" actId="478"/>
          <ac:spMkLst>
            <pc:docMk/>
            <pc:sldMk cId="3290167804" sldId="318"/>
            <ac:spMk id="19" creationId="{3C9BDCF0-F03A-91C2-5462-F4F06A7C332C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22" creationId="{972A4139-9E1A-7D3C-00D5-70172467C562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23" creationId="{00F319A7-1E44-62BF-A315-413CD666B82F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24" creationId="{B047369D-0AA5-3810-FD99-749964BC5CB7}"/>
          </ac:spMkLst>
        </pc:spChg>
        <pc:spChg chg="del">
          <ac:chgData name="Ksheeraja Manaswini" userId="d1f3ec3f6592a3f5" providerId="LiveId" clId="{D5597E0F-DD90-4D1E-A96E-3B9CD802DD1B}" dt="2024-11-10T15:20:45.890" v="650" actId="478"/>
          <ac:spMkLst>
            <pc:docMk/>
            <pc:sldMk cId="3290167804" sldId="318"/>
            <ac:spMk id="25" creationId="{2DCB5ACB-83A6-00D6-F6D4-97512640BE90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30" creationId="{1D2E11CA-2E1E-AFF0-57B7-320111527B41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31" creationId="{6E2CEDA9-BA3B-20A8-05BB-38A0BDB222E2}"/>
          </ac:spMkLst>
        </pc:spChg>
        <pc:spChg chg="del">
          <ac:chgData name="Ksheeraja Manaswini" userId="d1f3ec3f6592a3f5" providerId="LiveId" clId="{D5597E0F-DD90-4D1E-A96E-3B9CD802DD1B}" dt="2024-11-10T15:20:41.745" v="648" actId="478"/>
          <ac:spMkLst>
            <pc:docMk/>
            <pc:sldMk cId="3290167804" sldId="318"/>
            <ac:spMk id="32" creationId="{9B050AA9-44E2-5C49-8A62-17477D2CAD8A}"/>
          </ac:spMkLst>
        </pc:spChg>
        <pc:graphicFrameChg chg="add del modGraphic">
          <ac:chgData name="Ksheeraja Manaswini" userId="d1f3ec3f6592a3f5" providerId="LiveId" clId="{D5597E0F-DD90-4D1E-A96E-3B9CD802DD1B}" dt="2024-11-10T15:21:11.152" v="655" actId="1032"/>
          <ac:graphicFrameMkLst>
            <pc:docMk/>
            <pc:sldMk cId="3290167804" sldId="318"/>
            <ac:graphicFrameMk id="5" creationId="{DA329068-4C62-3DA7-56CD-9E6D95E4FC12}"/>
          </ac:graphicFrameMkLst>
        </pc:graphicFrameChg>
        <pc:graphicFrameChg chg="add mod modGraphic">
          <ac:chgData name="Ksheeraja Manaswini" userId="d1f3ec3f6592a3f5" providerId="LiveId" clId="{D5597E0F-DD90-4D1E-A96E-3B9CD802DD1B}" dt="2024-12-04T17:26:38.288" v="3874" actId="20577"/>
          <ac:graphicFrameMkLst>
            <pc:docMk/>
            <pc:sldMk cId="3290167804" sldId="318"/>
            <ac:graphicFrameMk id="6" creationId="{6397F436-1491-AB0F-F54C-B39446ABCA5A}"/>
          </ac:graphicFrameMkLst>
        </pc:graphicFrameChg>
        <pc:cxnChg chg="del mod">
          <ac:chgData name="Ksheeraja Manaswini" userId="d1f3ec3f6592a3f5" providerId="LiveId" clId="{D5597E0F-DD90-4D1E-A96E-3B9CD802DD1B}" dt="2024-11-10T15:20:41.745" v="648" actId="478"/>
          <ac:cxnSpMkLst>
            <pc:docMk/>
            <pc:sldMk cId="3290167804" sldId="318"/>
            <ac:cxnSpMk id="26" creationId="{3D70CBDE-43BA-5E96-6C44-D3A4BCDD2AFE}"/>
          </ac:cxnSpMkLst>
        </pc:cxnChg>
        <pc:cxnChg chg="del mod">
          <ac:chgData name="Ksheeraja Manaswini" userId="d1f3ec3f6592a3f5" providerId="LiveId" clId="{D5597E0F-DD90-4D1E-A96E-3B9CD802DD1B}" dt="2024-11-10T15:20:41.745" v="648" actId="478"/>
          <ac:cxnSpMkLst>
            <pc:docMk/>
            <pc:sldMk cId="3290167804" sldId="318"/>
            <ac:cxnSpMk id="27" creationId="{D4529C9F-7D3F-8EF7-B66D-A9AD39F9782C}"/>
          </ac:cxnSpMkLst>
        </pc:cxnChg>
        <pc:cxnChg chg="del mod">
          <ac:chgData name="Ksheeraja Manaswini" userId="d1f3ec3f6592a3f5" providerId="LiveId" clId="{D5597E0F-DD90-4D1E-A96E-3B9CD802DD1B}" dt="2024-11-10T15:20:41.745" v="648" actId="478"/>
          <ac:cxnSpMkLst>
            <pc:docMk/>
            <pc:sldMk cId="3290167804" sldId="318"/>
            <ac:cxnSpMk id="28" creationId="{83A58D37-7385-56F5-7572-A57E57CE047C}"/>
          </ac:cxnSpMkLst>
        </pc:cxnChg>
        <pc:cxnChg chg="del mod">
          <ac:chgData name="Ksheeraja Manaswini" userId="d1f3ec3f6592a3f5" providerId="LiveId" clId="{D5597E0F-DD90-4D1E-A96E-3B9CD802DD1B}" dt="2024-11-10T15:20:41.745" v="648" actId="478"/>
          <ac:cxnSpMkLst>
            <pc:docMk/>
            <pc:sldMk cId="3290167804" sldId="318"/>
            <ac:cxnSpMk id="33" creationId="{1E5390F0-ADCE-B3A3-A336-C8D124CFA38F}"/>
          </ac:cxnSpMkLst>
        </pc:cxnChg>
        <pc:cxnChg chg="del mod">
          <ac:chgData name="Ksheeraja Manaswini" userId="d1f3ec3f6592a3f5" providerId="LiveId" clId="{D5597E0F-DD90-4D1E-A96E-3B9CD802DD1B}" dt="2024-11-10T15:20:41.745" v="648" actId="478"/>
          <ac:cxnSpMkLst>
            <pc:docMk/>
            <pc:sldMk cId="3290167804" sldId="318"/>
            <ac:cxnSpMk id="34" creationId="{2E4841E9-AA4F-7166-4DC3-1E695DAAF179}"/>
          </ac:cxnSpMkLst>
        </pc:cxnChg>
        <pc:cxnChg chg="del mod">
          <ac:chgData name="Ksheeraja Manaswini" userId="d1f3ec3f6592a3f5" providerId="LiveId" clId="{D5597E0F-DD90-4D1E-A96E-3B9CD802DD1B}" dt="2024-11-10T15:20:41.745" v="648" actId="478"/>
          <ac:cxnSpMkLst>
            <pc:docMk/>
            <pc:sldMk cId="3290167804" sldId="318"/>
            <ac:cxnSpMk id="36" creationId="{2040BB32-D545-873D-BB52-338C16357F98}"/>
          </ac:cxnSpMkLst>
        </pc:cxnChg>
      </pc:sldChg>
      <pc:sldChg chg="addSp delSp modSp add mod ord">
        <pc:chgData name="Ksheeraja Manaswini" userId="d1f3ec3f6592a3f5" providerId="LiveId" clId="{D5597E0F-DD90-4D1E-A96E-3B9CD802DD1B}" dt="2024-11-10T16:45:15.603" v="2731"/>
        <pc:sldMkLst>
          <pc:docMk/>
          <pc:sldMk cId="1363804299" sldId="319"/>
        </pc:sldMkLst>
        <pc:spChg chg="mod">
          <ac:chgData name="Ksheeraja Manaswini" userId="d1f3ec3f6592a3f5" providerId="LiveId" clId="{D5597E0F-DD90-4D1E-A96E-3B9CD802DD1B}" dt="2024-11-10T16:45:15.603" v="2731"/>
          <ac:spMkLst>
            <pc:docMk/>
            <pc:sldMk cId="1363804299" sldId="319"/>
            <ac:spMk id="4" creationId="{54CC4730-4083-EF9E-653D-194543C4888F}"/>
          </ac:spMkLst>
        </pc:spChg>
        <pc:spChg chg="mod">
          <ac:chgData name="Ksheeraja Manaswini" userId="d1f3ec3f6592a3f5" providerId="LiveId" clId="{D5597E0F-DD90-4D1E-A96E-3B9CD802DD1B}" dt="2024-11-10T16:20:50.171" v="1811" actId="20577"/>
          <ac:spMkLst>
            <pc:docMk/>
            <pc:sldMk cId="1363804299" sldId="319"/>
            <ac:spMk id="9" creationId="{BDAB714E-7A93-AE14-8C6A-60603D313FAC}"/>
          </ac:spMkLst>
        </pc:spChg>
        <pc:graphicFrameChg chg="add mod modGraphic">
          <ac:chgData name="Ksheeraja Manaswini" userId="d1f3ec3f6592a3f5" providerId="LiveId" clId="{D5597E0F-DD90-4D1E-A96E-3B9CD802DD1B}" dt="2024-11-10T16:30:27.420" v="2714" actId="20577"/>
          <ac:graphicFrameMkLst>
            <pc:docMk/>
            <pc:sldMk cId="1363804299" sldId="319"/>
            <ac:graphicFrameMk id="2" creationId="{8962EFEB-D94E-5A97-493D-C94CBE2077B2}"/>
          </ac:graphicFrameMkLst>
        </pc:graphicFrameChg>
        <pc:picChg chg="del">
          <ac:chgData name="Ksheeraja Manaswini" userId="d1f3ec3f6592a3f5" providerId="LiveId" clId="{D5597E0F-DD90-4D1E-A96E-3B9CD802DD1B}" dt="2024-11-10T16:21:30.524" v="1814" actId="478"/>
          <ac:picMkLst>
            <pc:docMk/>
            <pc:sldMk cId="1363804299" sldId="319"/>
            <ac:picMk id="10" creationId="{25CE6D3E-6C95-B0D0-7B52-7355374E2654}"/>
          </ac:picMkLst>
        </pc:picChg>
      </pc:sldChg>
      <pc:sldChg chg="modSp add mod ord">
        <pc:chgData name="Ksheeraja Manaswini" userId="d1f3ec3f6592a3f5" providerId="LiveId" clId="{D5597E0F-DD90-4D1E-A96E-3B9CD802DD1B}" dt="2024-12-05T04:18:13.902" v="3931" actId="20577"/>
        <pc:sldMkLst>
          <pc:docMk/>
          <pc:sldMk cId="2401296557" sldId="320"/>
        </pc:sldMkLst>
        <pc:spChg chg="mod">
          <ac:chgData name="Ksheeraja Manaswini" userId="d1f3ec3f6592a3f5" providerId="LiveId" clId="{D5597E0F-DD90-4D1E-A96E-3B9CD802DD1B}" dt="2024-11-10T17:47:57.737" v="3151" actId="20577"/>
          <ac:spMkLst>
            <pc:docMk/>
            <pc:sldMk cId="2401296557" sldId="320"/>
            <ac:spMk id="9" creationId="{70223657-B165-181A-DB99-DE5464C0B7AF}"/>
          </ac:spMkLst>
        </pc:spChg>
        <pc:graphicFrameChg chg="mod modGraphic">
          <ac:chgData name="Ksheeraja Manaswini" userId="d1f3ec3f6592a3f5" providerId="LiveId" clId="{D5597E0F-DD90-4D1E-A96E-3B9CD802DD1B}" dt="2024-12-05T04:18:13.902" v="3931" actId="20577"/>
          <ac:graphicFrameMkLst>
            <pc:docMk/>
            <pc:sldMk cId="2401296557" sldId="320"/>
            <ac:graphicFrameMk id="2" creationId="{228213F6-9A72-B9F0-8E78-50F36FD668B5}"/>
          </ac:graphicFrameMkLst>
        </pc:graphicFrameChg>
      </pc:sldChg>
      <pc:sldChg chg="add del">
        <pc:chgData name="Ksheeraja Manaswini" userId="d1f3ec3f6592a3f5" providerId="LiveId" clId="{D5597E0F-DD90-4D1E-A96E-3B9CD802DD1B}" dt="2024-11-10T17:47:51.366" v="3144" actId="2696"/>
        <pc:sldMkLst>
          <pc:docMk/>
          <pc:sldMk cId="2878452161" sldId="321"/>
        </pc:sldMkLst>
      </pc:sldChg>
      <pc:sldChg chg="addSp modSp add mod ord modAnim">
        <pc:chgData name="Ksheeraja Manaswini" userId="d1f3ec3f6592a3f5" providerId="LiveId" clId="{D5597E0F-DD90-4D1E-A96E-3B9CD802DD1B}" dt="2024-11-10T18:05:22.107" v="3733" actId="1076"/>
        <pc:sldMkLst>
          <pc:docMk/>
          <pc:sldMk cId="2912196176" sldId="321"/>
        </pc:sldMkLst>
        <pc:spChg chg="mod">
          <ac:chgData name="Ksheeraja Manaswini" userId="d1f3ec3f6592a3f5" providerId="LiveId" clId="{D5597E0F-DD90-4D1E-A96E-3B9CD802DD1B}" dt="2024-11-10T18:05:22.107" v="3733" actId="1076"/>
          <ac:spMkLst>
            <pc:docMk/>
            <pc:sldMk cId="2912196176" sldId="321"/>
            <ac:spMk id="3" creationId="{AC3E5787-B2E4-A36A-CEB3-1587F7726BD9}"/>
          </ac:spMkLst>
        </pc:spChg>
        <pc:spChg chg="mod">
          <ac:chgData name="Ksheeraja Manaswini" userId="d1f3ec3f6592a3f5" providerId="LiveId" clId="{D5597E0F-DD90-4D1E-A96E-3B9CD802DD1B}" dt="2024-11-10T18:05:19.200" v="3732"/>
          <ac:spMkLst>
            <pc:docMk/>
            <pc:sldMk cId="2912196176" sldId="321"/>
            <ac:spMk id="4" creationId="{535CA452-7E64-5077-950C-8CE8E24A7390}"/>
          </ac:spMkLst>
        </pc:spChg>
        <pc:spChg chg="mod">
          <ac:chgData name="Ksheeraja Manaswini" userId="d1f3ec3f6592a3f5" providerId="LiveId" clId="{D5597E0F-DD90-4D1E-A96E-3B9CD802DD1B}" dt="2024-11-10T17:56:20.012" v="3377" actId="20577"/>
          <ac:spMkLst>
            <pc:docMk/>
            <pc:sldMk cId="2912196176" sldId="321"/>
            <ac:spMk id="5" creationId="{3A4E7606-D277-A176-9309-13E2377586DB}"/>
          </ac:spMkLst>
        </pc:spChg>
        <pc:spChg chg="mod">
          <ac:chgData name="Ksheeraja Manaswini" userId="d1f3ec3f6592a3f5" providerId="LiveId" clId="{D5597E0F-DD90-4D1E-A96E-3B9CD802DD1B}" dt="2024-11-10T17:56:26.069" v="3390" actId="20577"/>
          <ac:spMkLst>
            <pc:docMk/>
            <pc:sldMk cId="2912196176" sldId="321"/>
            <ac:spMk id="6" creationId="{2F2BE10B-E483-0BE4-13FF-FF53E9580EA0}"/>
          </ac:spMkLst>
        </pc:spChg>
        <pc:spChg chg="add mod">
          <ac:chgData name="Ksheeraja Manaswini" userId="d1f3ec3f6592a3f5" providerId="LiveId" clId="{D5597E0F-DD90-4D1E-A96E-3B9CD802DD1B}" dt="2024-11-10T17:56:55.402" v="3396" actId="1076"/>
          <ac:spMkLst>
            <pc:docMk/>
            <pc:sldMk cId="2912196176" sldId="321"/>
            <ac:spMk id="7" creationId="{778D58BE-18AA-D7CD-8FC1-9470104CB70C}"/>
          </ac:spMkLst>
        </pc:spChg>
        <pc:spChg chg="add mod">
          <ac:chgData name="Ksheeraja Manaswini" userId="d1f3ec3f6592a3f5" providerId="LiveId" clId="{D5597E0F-DD90-4D1E-A96E-3B9CD802DD1B}" dt="2024-11-10T17:56:55.402" v="3396" actId="1076"/>
          <ac:spMkLst>
            <pc:docMk/>
            <pc:sldMk cId="2912196176" sldId="321"/>
            <ac:spMk id="8" creationId="{694F51A9-CB23-923B-6B40-D0B6D67B7E87}"/>
          </ac:spMkLst>
        </pc:spChg>
        <pc:spChg chg="mod">
          <ac:chgData name="Ksheeraja Manaswini" userId="d1f3ec3f6592a3f5" providerId="LiveId" clId="{D5597E0F-DD90-4D1E-A96E-3B9CD802DD1B}" dt="2024-11-10T17:58:31.475" v="3449" actId="20577"/>
          <ac:spMkLst>
            <pc:docMk/>
            <pc:sldMk cId="2912196176" sldId="321"/>
            <ac:spMk id="18" creationId="{0D14C3FE-6F37-81D7-B2AE-47CD03BEB7B4}"/>
          </ac:spMkLst>
        </pc:spChg>
        <pc:spChg chg="mod">
          <ac:chgData name="Ksheeraja Manaswini" userId="d1f3ec3f6592a3f5" providerId="LiveId" clId="{D5597E0F-DD90-4D1E-A96E-3B9CD802DD1B}" dt="2024-11-10T17:57:06.074" v="3403" actId="1076"/>
          <ac:spMkLst>
            <pc:docMk/>
            <pc:sldMk cId="2912196176" sldId="321"/>
            <ac:spMk id="320" creationId="{AA9EBDE3-0F0F-0165-6585-D224A2033666}"/>
          </ac:spMkLst>
        </pc:spChg>
        <pc:spChg chg="mod">
          <ac:chgData name="Ksheeraja Manaswini" userId="d1f3ec3f6592a3f5" providerId="LiveId" clId="{D5597E0F-DD90-4D1E-A96E-3B9CD802DD1B}" dt="2024-11-10T17:53:25.525" v="3300" actId="20577"/>
          <ac:spMkLst>
            <pc:docMk/>
            <pc:sldMk cId="2912196176" sldId="321"/>
            <ac:spMk id="321" creationId="{1DCC5969-EE50-4BA9-83AA-FB58BF49287B}"/>
          </ac:spMkLst>
        </pc:spChg>
      </pc:sldChg>
      <pc:sldChg chg="addSp delSp modSp add mod delAnim">
        <pc:chgData name="Ksheeraja Manaswini" userId="d1f3ec3f6592a3f5" providerId="LiveId" clId="{D5597E0F-DD90-4D1E-A96E-3B9CD802DD1B}" dt="2024-11-10T18:05:37.901" v="3736" actId="14100"/>
        <pc:sldMkLst>
          <pc:docMk/>
          <pc:sldMk cId="2065615071" sldId="322"/>
        </pc:sldMkLst>
        <pc:spChg chg="mod">
          <ac:chgData name="Ksheeraja Manaswini" userId="d1f3ec3f6592a3f5" providerId="LiveId" clId="{D5597E0F-DD90-4D1E-A96E-3B9CD802DD1B}" dt="2024-11-10T18:04:38.113" v="3729" actId="1076"/>
          <ac:spMkLst>
            <pc:docMk/>
            <pc:sldMk cId="2065615071" sldId="322"/>
            <ac:spMk id="3" creationId="{A063E399-1601-BE03-D172-7177FD31A52D}"/>
          </ac:spMkLst>
        </pc:spChg>
        <pc:spChg chg="mod">
          <ac:chgData name="Ksheeraja Manaswini" userId="d1f3ec3f6592a3f5" providerId="LiveId" clId="{D5597E0F-DD90-4D1E-A96E-3B9CD802DD1B}" dt="2024-11-10T18:05:37.901" v="3736" actId="14100"/>
          <ac:spMkLst>
            <pc:docMk/>
            <pc:sldMk cId="2065615071" sldId="322"/>
            <ac:spMk id="4" creationId="{D0B2C0D2-CCC0-8BD4-D65B-EE0367BF02F9}"/>
          </ac:spMkLst>
        </pc:spChg>
        <pc:spChg chg="mod">
          <ac:chgData name="Ksheeraja Manaswini" userId="d1f3ec3f6592a3f5" providerId="LiveId" clId="{D5597E0F-DD90-4D1E-A96E-3B9CD802DD1B}" dt="2024-11-10T18:03:31.010" v="3611" actId="20577"/>
          <ac:spMkLst>
            <pc:docMk/>
            <pc:sldMk cId="2065615071" sldId="322"/>
            <ac:spMk id="5" creationId="{7EA70781-5E5A-ECE8-1ABB-85415D5B0F4A}"/>
          </ac:spMkLst>
        </pc:spChg>
        <pc:spChg chg="mod">
          <ac:chgData name="Ksheeraja Manaswini" userId="d1f3ec3f6592a3f5" providerId="LiveId" clId="{D5597E0F-DD90-4D1E-A96E-3B9CD802DD1B}" dt="2024-11-10T18:03:42.503" v="3629" actId="20577"/>
          <ac:spMkLst>
            <pc:docMk/>
            <pc:sldMk cId="2065615071" sldId="322"/>
            <ac:spMk id="6" creationId="{9D14870C-3503-CFE4-D75B-E7A1203B9DAF}"/>
          </ac:spMkLst>
        </pc:spChg>
        <pc:spChg chg="add del mod">
          <ac:chgData name="Ksheeraja Manaswini" userId="d1f3ec3f6592a3f5" providerId="LiveId" clId="{D5597E0F-DD90-4D1E-A96E-3B9CD802DD1B}" dt="2024-11-10T18:01:09.956" v="3521" actId="478"/>
          <ac:spMkLst>
            <pc:docMk/>
            <pc:sldMk cId="2065615071" sldId="322"/>
            <ac:spMk id="10" creationId="{925DFD48-0C41-D445-AA0E-F9E6577E5565}"/>
          </ac:spMkLst>
        </pc:spChg>
        <pc:spChg chg="mod">
          <ac:chgData name="Ksheeraja Manaswini" userId="d1f3ec3f6592a3f5" providerId="LiveId" clId="{D5597E0F-DD90-4D1E-A96E-3B9CD802DD1B}" dt="2024-11-10T18:03:52.825" v="3670" actId="20577"/>
          <ac:spMkLst>
            <pc:docMk/>
            <pc:sldMk cId="2065615071" sldId="322"/>
            <ac:spMk id="18" creationId="{E939ED1F-1B62-6342-BBF0-2C3861FF0366}"/>
          </ac:spMkLst>
        </pc:spChg>
        <pc:spChg chg="mod">
          <ac:chgData name="Ksheeraja Manaswini" userId="d1f3ec3f6592a3f5" providerId="LiveId" clId="{D5597E0F-DD90-4D1E-A96E-3B9CD802DD1B}" dt="2024-11-10T18:01:22.775" v="3544" actId="404"/>
          <ac:spMkLst>
            <pc:docMk/>
            <pc:sldMk cId="2065615071" sldId="322"/>
            <ac:spMk id="320" creationId="{9E367D94-2ACA-2B0F-4AEE-1D3EF163D395}"/>
          </ac:spMkLst>
        </pc:spChg>
        <pc:spChg chg="del">
          <ac:chgData name="Ksheeraja Manaswini" userId="d1f3ec3f6592a3f5" providerId="LiveId" clId="{D5597E0F-DD90-4D1E-A96E-3B9CD802DD1B}" dt="2024-11-10T18:01:03.546" v="3520" actId="478"/>
          <ac:spMkLst>
            <pc:docMk/>
            <pc:sldMk cId="2065615071" sldId="322"/>
            <ac:spMk id="321" creationId="{88347311-7883-6F22-97CC-4D756184D62F}"/>
          </ac:spMkLst>
        </pc:spChg>
        <pc:cxnChg chg="del">
          <ac:chgData name="Ksheeraja Manaswini" userId="d1f3ec3f6592a3f5" providerId="LiveId" clId="{D5597E0F-DD90-4D1E-A96E-3B9CD802DD1B}" dt="2024-11-10T18:01:11.850" v="3522" actId="478"/>
          <ac:cxnSpMkLst>
            <pc:docMk/>
            <pc:sldMk cId="2065615071" sldId="322"/>
            <ac:cxnSpMk id="323" creationId="{EFD97977-508F-E4A4-F2F9-CFDB9A7A8AA0}"/>
          </ac:cxnSpMkLst>
        </pc:cxn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CCD278-4209-4494-81D9-97625871301E}" type="doc">
      <dgm:prSet loTypeId="urn:microsoft.com/office/officeart/2005/8/layout/hProcess10" loCatId="process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C686375-B411-48F7-89DD-8E62BE599787}">
      <dgm:prSet phldrT="[Text]" custT="1"/>
      <dgm:spPr/>
      <dgm:t>
        <a:bodyPr/>
        <a:lstStyle/>
        <a:p>
          <a:r>
            <a:rPr lang="en-IN" sz="1200" b="1" dirty="0"/>
            <a:t>Toxicity Detection</a:t>
          </a:r>
        </a:p>
        <a:p>
          <a:r>
            <a:rPr lang="en-IN" sz="1000" dirty="0"/>
            <a:t>Identifies toxic phrases</a:t>
          </a:r>
          <a:endParaRPr lang="en-IN" sz="1200" dirty="0"/>
        </a:p>
      </dgm:t>
    </dgm:pt>
    <dgm:pt modelId="{B0E35EEA-E002-4A79-B924-AD9B4587ABC4}" type="parTrans" cxnId="{FFEEED45-41F5-42E3-90CE-C569267A7E5C}">
      <dgm:prSet/>
      <dgm:spPr/>
      <dgm:t>
        <a:bodyPr/>
        <a:lstStyle/>
        <a:p>
          <a:endParaRPr lang="en-IN"/>
        </a:p>
      </dgm:t>
    </dgm:pt>
    <dgm:pt modelId="{4257B1D0-9DAC-471C-997C-79A7C9EA8657}" type="sibTrans" cxnId="{FFEEED45-41F5-42E3-90CE-C569267A7E5C}">
      <dgm:prSet/>
      <dgm:spPr/>
      <dgm:t>
        <a:bodyPr/>
        <a:lstStyle/>
        <a:p>
          <a:endParaRPr lang="en-IN"/>
        </a:p>
      </dgm:t>
    </dgm:pt>
    <dgm:pt modelId="{D6BC8FC8-E3B5-4F93-A7FA-3887B4018A69}">
      <dgm:prSet phldrT="[Text]" custT="1"/>
      <dgm:spPr/>
      <dgm:t>
        <a:bodyPr/>
        <a:lstStyle/>
        <a:p>
          <a:r>
            <a:rPr lang="en-IN" sz="1050" b="1" dirty="0"/>
            <a:t>Highlighting</a:t>
          </a:r>
        </a:p>
        <a:p>
          <a:r>
            <a:rPr lang="en-IN" sz="900" dirty="0"/>
            <a:t>Toxic sentences are highlighted</a:t>
          </a:r>
        </a:p>
      </dgm:t>
    </dgm:pt>
    <dgm:pt modelId="{F7227A4F-EF13-4EAF-B7E8-27A29C724BA6}" type="parTrans" cxnId="{2BCB1BFB-9502-493E-840D-7C2A8891F876}">
      <dgm:prSet/>
      <dgm:spPr/>
      <dgm:t>
        <a:bodyPr/>
        <a:lstStyle/>
        <a:p>
          <a:endParaRPr lang="en-IN"/>
        </a:p>
      </dgm:t>
    </dgm:pt>
    <dgm:pt modelId="{D0A744BB-82C1-4BC4-92CA-44AC4F4DDBCE}" type="sibTrans" cxnId="{2BCB1BFB-9502-493E-840D-7C2A8891F876}">
      <dgm:prSet/>
      <dgm:spPr/>
      <dgm:t>
        <a:bodyPr/>
        <a:lstStyle/>
        <a:p>
          <a:endParaRPr lang="en-IN"/>
        </a:p>
      </dgm:t>
    </dgm:pt>
    <dgm:pt modelId="{30C246CE-2328-42FD-9B9D-1E292C691948}">
      <dgm:prSet phldrT="[Text]" custT="1"/>
      <dgm:spPr/>
      <dgm:t>
        <a:bodyPr/>
        <a:lstStyle/>
        <a:p>
          <a:r>
            <a:rPr lang="en-IN" sz="1200" b="1" dirty="0"/>
            <a:t>Text Input</a:t>
          </a:r>
        </a:p>
        <a:p>
          <a:r>
            <a:rPr lang="en-IN" sz="1000" dirty="0"/>
            <a:t>User types text</a:t>
          </a:r>
          <a:endParaRPr lang="en-IN" sz="1100" dirty="0"/>
        </a:p>
      </dgm:t>
    </dgm:pt>
    <dgm:pt modelId="{F8DCCB0B-EB18-4E6E-AD15-7EF9888D493C}" type="sibTrans" cxnId="{F4100561-4C1A-4369-B769-CF36FDA14610}">
      <dgm:prSet/>
      <dgm:spPr/>
      <dgm:t>
        <a:bodyPr/>
        <a:lstStyle/>
        <a:p>
          <a:endParaRPr lang="en-IN"/>
        </a:p>
      </dgm:t>
    </dgm:pt>
    <dgm:pt modelId="{B806D118-ABF8-4633-A69F-E941FE955517}" type="parTrans" cxnId="{F4100561-4C1A-4369-B769-CF36FDA14610}">
      <dgm:prSet/>
      <dgm:spPr/>
      <dgm:t>
        <a:bodyPr/>
        <a:lstStyle/>
        <a:p>
          <a:endParaRPr lang="en-IN"/>
        </a:p>
      </dgm:t>
    </dgm:pt>
    <dgm:pt modelId="{2A7C924A-117E-4CDB-9699-30DC848C281A}" type="pres">
      <dgm:prSet presAssocID="{5FCCD278-4209-4494-81D9-97625871301E}" presName="Name0" presStyleCnt="0">
        <dgm:presLayoutVars>
          <dgm:dir/>
          <dgm:resizeHandles val="exact"/>
        </dgm:presLayoutVars>
      </dgm:prSet>
      <dgm:spPr/>
    </dgm:pt>
    <dgm:pt modelId="{EFFFBD18-FC67-4745-97C5-7626C9AFA4A1}" type="pres">
      <dgm:prSet presAssocID="{30C246CE-2328-42FD-9B9D-1E292C691948}" presName="composite" presStyleCnt="0"/>
      <dgm:spPr/>
    </dgm:pt>
    <dgm:pt modelId="{464EDC6C-3764-48C7-ADCC-59A819F6931E}" type="pres">
      <dgm:prSet presAssocID="{30C246CE-2328-42FD-9B9D-1E292C691948}" presName="imagSh" presStyleLbl="b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448104E-22D0-4CEA-B4DF-99F09A864411}" type="pres">
      <dgm:prSet presAssocID="{30C246CE-2328-42FD-9B9D-1E292C691948}" presName="txNode" presStyleLbl="node1" presStyleIdx="0" presStyleCnt="3" custLinFactNeighborX="6141" custLinFactNeighborY="10846">
        <dgm:presLayoutVars>
          <dgm:bulletEnabled val="1"/>
        </dgm:presLayoutVars>
      </dgm:prSet>
      <dgm:spPr/>
    </dgm:pt>
    <dgm:pt modelId="{3277EBB2-9DA3-4D20-934F-9EA23D9DF4A6}" type="pres">
      <dgm:prSet presAssocID="{F8DCCB0B-EB18-4E6E-AD15-7EF9888D493C}" presName="sibTrans" presStyleLbl="sibTrans2D1" presStyleIdx="0" presStyleCnt="2"/>
      <dgm:spPr/>
    </dgm:pt>
    <dgm:pt modelId="{7F5D514C-E5FF-4A33-BAEF-C911E392CA86}" type="pres">
      <dgm:prSet presAssocID="{F8DCCB0B-EB18-4E6E-AD15-7EF9888D493C}" presName="connTx" presStyleLbl="sibTrans2D1" presStyleIdx="0" presStyleCnt="2"/>
      <dgm:spPr/>
    </dgm:pt>
    <dgm:pt modelId="{E9000FE7-36C4-4808-AB8D-34D1DDDD2269}" type="pres">
      <dgm:prSet presAssocID="{CC686375-B411-48F7-89DD-8E62BE599787}" presName="composite" presStyleCnt="0"/>
      <dgm:spPr/>
    </dgm:pt>
    <dgm:pt modelId="{D8143E5A-BEAA-4335-926C-982ADC3E7E8D}" type="pres">
      <dgm:prSet presAssocID="{CC686375-B411-48F7-89DD-8E62BE599787}" presName="imagSh" presStyleLbl="bgImgPlac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955E2C43-31D7-40B2-B105-EFEF4AB9B2CB}" type="pres">
      <dgm:prSet presAssocID="{CC686375-B411-48F7-89DD-8E62BE599787}" presName="txNode" presStyleLbl="node1" presStyleIdx="1" presStyleCnt="3" custLinFactNeighborX="6141" custLinFactNeighborY="10846">
        <dgm:presLayoutVars>
          <dgm:bulletEnabled val="1"/>
        </dgm:presLayoutVars>
      </dgm:prSet>
      <dgm:spPr/>
    </dgm:pt>
    <dgm:pt modelId="{05B082A0-7729-470A-AA77-B72810188C27}" type="pres">
      <dgm:prSet presAssocID="{4257B1D0-9DAC-471C-997C-79A7C9EA8657}" presName="sibTrans" presStyleLbl="sibTrans2D1" presStyleIdx="1" presStyleCnt="2"/>
      <dgm:spPr/>
    </dgm:pt>
    <dgm:pt modelId="{6773653E-1972-4386-87AE-CB64FD820EE5}" type="pres">
      <dgm:prSet presAssocID="{4257B1D0-9DAC-471C-997C-79A7C9EA8657}" presName="connTx" presStyleLbl="sibTrans2D1" presStyleIdx="1" presStyleCnt="2"/>
      <dgm:spPr/>
    </dgm:pt>
    <dgm:pt modelId="{AF451B82-52C4-4001-BFA1-C0997409B4A9}" type="pres">
      <dgm:prSet presAssocID="{D6BC8FC8-E3B5-4F93-A7FA-3887B4018A69}" presName="composite" presStyleCnt="0"/>
      <dgm:spPr/>
    </dgm:pt>
    <dgm:pt modelId="{EDF6B990-473E-46A6-AE77-6FE89651EF10}" type="pres">
      <dgm:prSet presAssocID="{D6BC8FC8-E3B5-4F93-A7FA-3887B4018A69}" presName="imagSh" presStyleLbl="bgImgPlac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ED57B7CE-1746-4B11-9359-C0A9F8D4137D}" type="pres">
      <dgm:prSet presAssocID="{D6BC8FC8-E3B5-4F93-A7FA-3887B4018A69}" presName="txNode" presStyleLbl="node1" presStyleIdx="2" presStyleCnt="3" custLinFactNeighborX="9980" custLinFactNeighborY="10846">
        <dgm:presLayoutVars>
          <dgm:bulletEnabled val="1"/>
        </dgm:presLayoutVars>
      </dgm:prSet>
      <dgm:spPr/>
    </dgm:pt>
  </dgm:ptLst>
  <dgm:cxnLst>
    <dgm:cxn modelId="{F4100561-4C1A-4369-B769-CF36FDA14610}" srcId="{5FCCD278-4209-4494-81D9-97625871301E}" destId="{30C246CE-2328-42FD-9B9D-1E292C691948}" srcOrd="0" destOrd="0" parTransId="{B806D118-ABF8-4633-A69F-E941FE955517}" sibTransId="{F8DCCB0B-EB18-4E6E-AD15-7EF9888D493C}"/>
    <dgm:cxn modelId="{DA385242-75F8-43EC-8E8C-E63178EDF6EC}" type="presOf" srcId="{5FCCD278-4209-4494-81D9-97625871301E}" destId="{2A7C924A-117E-4CDB-9699-30DC848C281A}" srcOrd="0" destOrd="0" presId="urn:microsoft.com/office/officeart/2005/8/layout/hProcess10"/>
    <dgm:cxn modelId="{FFEEED45-41F5-42E3-90CE-C569267A7E5C}" srcId="{5FCCD278-4209-4494-81D9-97625871301E}" destId="{CC686375-B411-48F7-89DD-8E62BE599787}" srcOrd="1" destOrd="0" parTransId="{B0E35EEA-E002-4A79-B924-AD9B4587ABC4}" sibTransId="{4257B1D0-9DAC-471C-997C-79A7C9EA8657}"/>
    <dgm:cxn modelId="{2061FB58-D1D8-4505-B5BA-C516CA44CE08}" type="presOf" srcId="{4257B1D0-9DAC-471C-997C-79A7C9EA8657}" destId="{6773653E-1972-4386-87AE-CB64FD820EE5}" srcOrd="1" destOrd="0" presId="urn:microsoft.com/office/officeart/2005/8/layout/hProcess10"/>
    <dgm:cxn modelId="{2C87597E-FC04-4A1F-933F-C12348F7BABB}" type="presOf" srcId="{D6BC8FC8-E3B5-4F93-A7FA-3887B4018A69}" destId="{ED57B7CE-1746-4B11-9359-C0A9F8D4137D}" srcOrd="0" destOrd="0" presId="urn:microsoft.com/office/officeart/2005/8/layout/hProcess10"/>
    <dgm:cxn modelId="{10ED9790-2A4C-4367-9A1D-50317685F1F4}" type="presOf" srcId="{4257B1D0-9DAC-471C-997C-79A7C9EA8657}" destId="{05B082A0-7729-470A-AA77-B72810188C27}" srcOrd="0" destOrd="0" presId="urn:microsoft.com/office/officeart/2005/8/layout/hProcess10"/>
    <dgm:cxn modelId="{279E73BF-BED3-4F7F-A567-A2B58A75DB75}" type="presOf" srcId="{F8DCCB0B-EB18-4E6E-AD15-7EF9888D493C}" destId="{3277EBB2-9DA3-4D20-934F-9EA23D9DF4A6}" srcOrd="0" destOrd="0" presId="urn:microsoft.com/office/officeart/2005/8/layout/hProcess10"/>
    <dgm:cxn modelId="{293D2DC6-3D31-4282-8C1C-7BCC925E0216}" type="presOf" srcId="{30C246CE-2328-42FD-9B9D-1E292C691948}" destId="{B448104E-22D0-4CEA-B4DF-99F09A864411}" srcOrd="0" destOrd="0" presId="urn:microsoft.com/office/officeart/2005/8/layout/hProcess10"/>
    <dgm:cxn modelId="{994527D1-176B-49AF-A467-BA2586A364FB}" type="presOf" srcId="{CC686375-B411-48F7-89DD-8E62BE599787}" destId="{955E2C43-31D7-40B2-B105-EFEF4AB9B2CB}" srcOrd="0" destOrd="0" presId="urn:microsoft.com/office/officeart/2005/8/layout/hProcess10"/>
    <dgm:cxn modelId="{C5364DE0-8C5F-479C-BA17-B7A5ECF4C553}" type="presOf" srcId="{F8DCCB0B-EB18-4E6E-AD15-7EF9888D493C}" destId="{7F5D514C-E5FF-4A33-BAEF-C911E392CA86}" srcOrd="1" destOrd="0" presId="urn:microsoft.com/office/officeart/2005/8/layout/hProcess10"/>
    <dgm:cxn modelId="{2BCB1BFB-9502-493E-840D-7C2A8891F876}" srcId="{5FCCD278-4209-4494-81D9-97625871301E}" destId="{D6BC8FC8-E3B5-4F93-A7FA-3887B4018A69}" srcOrd="2" destOrd="0" parTransId="{F7227A4F-EF13-4EAF-B7E8-27A29C724BA6}" sibTransId="{D0A744BB-82C1-4BC4-92CA-44AC4F4DDBCE}"/>
    <dgm:cxn modelId="{3233AA1E-F0BA-431F-AA91-0116F0D7D7A0}" type="presParOf" srcId="{2A7C924A-117E-4CDB-9699-30DC848C281A}" destId="{EFFFBD18-FC67-4745-97C5-7626C9AFA4A1}" srcOrd="0" destOrd="0" presId="urn:microsoft.com/office/officeart/2005/8/layout/hProcess10"/>
    <dgm:cxn modelId="{D515B8BB-64DC-4CE1-926F-2F188611C00C}" type="presParOf" srcId="{EFFFBD18-FC67-4745-97C5-7626C9AFA4A1}" destId="{464EDC6C-3764-48C7-ADCC-59A819F6931E}" srcOrd="0" destOrd="0" presId="urn:microsoft.com/office/officeart/2005/8/layout/hProcess10"/>
    <dgm:cxn modelId="{4F033FD3-4C03-4A9A-8272-6D65DC0DDB38}" type="presParOf" srcId="{EFFFBD18-FC67-4745-97C5-7626C9AFA4A1}" destId="{B448104E-22D0-4CEA-B4DF-99F09A864411}" srcOrd="1" destOrd="0" presId="urn:microsoft.com/office/officeart/2005/8/layout/hProcess10"/>
    <dgm:cxn modelId="{90F241A9-B05D-43E5-A46D-E8E8C1B722C8}" type="presParOf" srcId="{2A7C924A-117E-4CDB-9699-30DC848C281A}" destId="{3277EBB2-9DA3-4D20-934F-9EA23D9DF4A6}" srcOrd="1" destOrd="0" presId="urn:microsoft.com/office/officeart/2005/8/layout/hProcess10"/>
    <dgm:cxn modelId="{238F51FF-07DB-4EF0-B767-DA9462991270}" type="presParOf" srcId="{3277EBB2-9DA3-4D20-934F-9EA23D9DF4A6}" destId="{7F5D514C-E5FF-4A33-BAEF-C911E392CA86}" srcOrd="0" destOrd="0" presId="urn:microsoft.com/office/officeart/2005/8/layout/hProcess10"/>
    <dgm:cxn modelId="{405A5094-F010-48CC-A9EC-7EB1733BF4CF}" type="presParOf" srcId="{2A7C924A-117E-4CDB-9699-30DC848C281A}" destId="{E9000FE7-36C4-4808-AB8D-34D1DDDD2269}" srcOrd="2" destOrd="0" presId="urn:microsoft.com/office/officeart/2005/8/layout/hProcess10"/>
    <dgm:cxn modelId="{F2BCBA44-4F0B-4634-9CEF-5731AC6AF12C}" type="presParOf" srcId="{E9000FE7-36C4-4808-AB8D-34D1DDDD2269}" destId="{D8143E5A-BEAA-4335-926C-982ADC3E7E8D}" srcOrd="0" destOrd="0" presId="urn:microsoft.com/office/officeart/2005/8/layout/hProcess10"/>
    <dgm:cxn modelId="{166E0101-D80D-46EA-A326-3E35B903C1F2}" type="presParOf" srcId="{E9000FE7-36C4-4808-AB8D-34D1DDDD2269}" destId="{955E2C43-31D7-40B2-B105-EFEF4AB9B2CB}" srcOrd="1" destOrd="0" presId="urn:microsoft.com/office/officeart/2005/8/layout/hProcess10"/>
    <dgm:cxn modelId="{3FCAC643-55F0-4120-ACDF-DEA6567A8B6C}" type="presParOf" srcId="{2A7C924A-117E-4CDB-9699-30DC848C281A}" destId="{05B082A0-7729-470A-AA77-B72810188C27}" srcOrd="3" destOrd="0" presId="urn:microsoft.com/office/officeart/2005/8/layout/hProcess10"/>
    <dgm:cxn modelId="{D660574B-EFD9-4C16-AE77-FF428987E035}" type="presParOf" srcId="{05B082A0-7729-470A-AA77-B72810188C27}" destId="{6773653E-1972-4386-87AE-CB64FD820EE5}" srcOrd="0" destOrd="0" presId="urn:microsoft.com/office/officeart/2005/8/layout/hProcess10"/>
    <dgm:cxn modelId="{C3EA2137-55AA-41AD-8419-93D47AAC2400}" type="presParOf" srcId="{2A7C924A-117E-4CDB-9699-30DC848C281A}" destId="{AF451B82-52C4-4001-BFA1-C0997409B4A9}" srcOrd="4" destOrd="0" presId="urn:microsoft.com/office/officeart/2005/8/layout/hProcess10"/>
    <dgm:cxn modelId="{5E2F4EAA-3CCF-4D11-812A-540D9614E171}" type="presParOf" srcId="{AF451B82-52C4-4001-BFA1-C0997409B4A9}" destId="{EDF6B990-473E-46A6-AE77-6FE89651EF10}" srcOrd="0" destOrd="0" presId="urn:microsoft.com/office/officeart/2005/8/layout/hProcess10"/>
    <dgm:cxn modelId="{7490E4CC-E9BB-4AF7-92AF-0A97D95D9F9E}" type="presParOf" srcId="{AF451B82-52C4-4001-BFA1-C0997409B4A9}" destId="{ED57B7CE-1746-4B11-9359-C0A9F8D4137D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DB77D5E-5F40-4DD0-B992-35CFD1B99684}" type="doc">
      <dgm:prSet loTypeId="urn:microsoft.com/office/officeart/2005/8/layout/hierarchy6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FBA4305-1A42-4D9C-9725-E102E4BDAD96}">
      <dgm:prSet phldrT="[Text]"/>
      <dgm:spPr/>
      <dgm:t>
        <a:bodyPr/>
        <a:lstStyle/>
        <a:p>
          <a:r>
            <a:rPr lang="en-IN" dirty="0"/>
            <a:t>User Text</a:t>
          </a:r>
        </a:p>
      </dgm:t>
    </dgm:pt>
    <dgm:pt modelId="{45DCF9ED-3CD2-49A1-8E72-3D03B10518A1}" type="parTrans" cxnId="{45AE996D-C996-4F35-9632-EFC084FB000A}">
      <dgm:prSet/>
      <dgm:spPr/>
      <dgm:t>
        <a:bodyPr/>
        <a:lstStyle/>
        <a:p>
          <a:endParaRPr lang="en-IN"/>
        </a:p>
      </dgm:t>
    </dgm:pt>
    <dgm:pt modelId="{66F8FCF4-0454-4319-B5FE-B0C660A69283}" type="sibTrans" cxnId="{45AE996D-C996-4F35-9632-EFC084FB000A}">
      <dgm:prSet/>
      <dgm:spPr/>
      <dgm:t>
        <a:bodyPr/>
        <a:lstStyle/>
        <a:p>
          <a:endParaRPr lang="en-IN"/>
        </a:p>
      </dgm:t>
    </dgm:pt>
    <dgm:pt modelId="{85C6659E-A2D3-4D80-A0C6-4FC8CF6A8B28}">
      <dgm:prSet phldrT="[Text]"/>
      <dgm:spPr/>
      <dgm:t>
        <a:bodyPr/>
        <a:lstStyle/>
        <a:p>
          <a:r>
            <a:rPr lang="en-IN" dirty="0"/>
            <a:t>Text Processing Logic</a:t>
          </a:r>
        </a:p>
      </dgm:t>
    </dgm:pt>
    <dgm:pt modelId="{16EF332C-99D3-4BE5-9F06-EA9C61FF2A59}" type="parTrans" cxnId="{3E75C806-54AE-4C89-A79D-9C3BCDEA6FAE}">
      <dgm:prSet/>
      <dgm:spPr/>
      <dgm:t>
        <a:bodyPr/>
        <a:lstStyle/>
        <a:p>
          <a:endParaRPr lang="en-IN"/>
        </a:p>
      </dgm:t>
    </dgm:pt>
    <dgm:pt modelId="{6EB0B9E8-F3A1-43F5-A778-80807FBE6C3D}" type="sibTrans" cxnId="{3E75C806-54AE-4C89-A79D-9C3BCDEA6FAE}">
      <dgm:prSet/>
      <dgm:spPr/>
      <dgm:t>
        <a:bodyPr/>
        <a:lstStyle/>
        <a:p>
          <a:endParaRPr lang="en-IN"/>
        </a:p>
      </dgm:t>
    </dgm:pt>
    <dgm:pt modelId="{DC587223-BD2F-4462-BF33-2CF43A5509F7}">
      <dgm:prSet phldrT="[Text]"/>
      <dgm:spPr/>
      <dgm:t>
        <a:bodyPr/>
        <a:lstStyle/>
        <a:p>
          <a:r>
            <a:rPr lang="en-IN" dirty="0"/>
            <a:t>Detoxify </a:t>
          </a:r>
        </a:p>
      </dgm:t>
    </dgm:pt>
    <dgm:pt modelId="{937F3C79-2B63-4EEA-A61E-739264216AA1}" type="parTrans" cxnId="{8B8AF46A-B3CC-43DC-8FD2-2A908968CD98}">
      <dgm:prSet/>
      <dgm:spPr/>
      <dgm:t>
        <a:bodyPr/>
        <a:lstStyle/>
        <a:p>
          <a:endParaRPr lang="en-IN"/>
        </a:p>
      </dgm:t>
    </dgm:pt>
    <dgm:pt modelId="{0EAC2F47-0895-4DBD-A5D7-B6031E2696DD}" type="sibTrans" cxnId="{8B8AF46A-B3CC-43DC-8FD2-2A908968CD98}">
      <dgm:prSet/>
      <dgm:spPr/>
      <dgm:t>
        <a:bodyPr/>
        <a:lstStyle/>
        <a:p>
          <a:endParaRPr lang="en-IN"/>
        </a:p>
      </dgm:t>
    </dgm:pt>
    <dgm:pt modelId="{ADB5908A-7768-44BB-8076-26C5CEED2456}">
      <dgm:prSet phldrT="[Text]"/>
      <dgm:spPr/>
      <dgm:t>
        <a:bodyPr/>
        <a:lstStyle/>
        <a:p>
          <a:r>
            <a:rPr lang="en-IN" dirty="0"/>
            <a:t>Neutralizer</a:t>
          </a:r>
        </a:p>
      </dgm:t>
    </dgm:pt>
    <dgm:pt modelId="{A7D9F740-E443-4AA1-90C5-FE2559B3CF7A}" type="parTrans" cxnId="{BAC9C28D-9EF3-4C1B-83FF-BF1D63462CCA}">
      <dgm:prSet/>
      <dgm:spPr/>
      <dgm:t>
        <a:bodyPr/>
        <a:lstStyle/>
        <a:p>
          <a:endParaRPr lang="en-IN"/>
        </a:p>
      </dgm:t>
    </dgm:pt>
    <dgm:pt modelId="{A81F9AF8-22C4-428E-BBB7-E58167CDCACB}" type="sibTrans" cxnId="{BAC9C28D-9EF3-4C1B-83FF-BF1D63462CCA}">
      <dgm:prSet/>
      <dgm:spPr/>
      <dgm:t>
        <a:bodyPr/>
        <a:lstStyle/>
        <a:p>
          <a:endParaRPr lang="en-IN"/>
        </a:p>
      </dgm:t>
    </dgm:pt>
    <dgm:pt modelId="{01A17CE6-0518-4267-8382-AE120B3297D7}">
      <dgm:prSet phldrT="[Text]"/>
      <dgm:spPr/>
      <dgm:t>
        <a:bodyPr/>
        <a:lstStyle/>
        <a:p>
          <a:r>
            <a:rPr lang="en-IN" dirty="0"/>
            <a:t>User Authentication</a:t>
          </a:r>
        </a:p>
      </dgm:t>
    </dgm:pt>
    <dgm:pt modelId="{ED615EE0-2630-49EB-B563-9F72C350D998}" type="parTrans" cxnId="{CC6ACAD0-E9FE-4273-AA88-07431574C54A}">
      <dgm:prSet/>
      <dgm:spPr/>
      <dgm:t>
        <a:bodyPr/>
        <a:lstStyle/>
        <a:p>
          <a:endParaRPr lang="en-IN"/>
        </a:p>
      </dgm:t>
    </dgm:pt>
    <dgm:pt modelId="{AB8C1821-2F87-49AB-B29C-CE30B377A408}" type="sibTrans" cxnId="{CC6ACAD0-E9FE-4273-AA88-07431574C54A}">
      <dgm:prSet/>
      <dgm:spPr/>
      <dgm:t>
        <a:bodyPr/>
        <a:lstStyle/>
        <a:p>
          <a:endParaRPr lang="en-IN"/>
        </a:p>
      </dgm:t>
    </dgm:pt>
    <dgm:pt modelId="{5928802A-C473-42B6-8C3C-C9760F3B68A6}">
      <dgm:prSet phldrT="[Text]"/>
      <dgm:spPr/>
      <dgm:t>
        <a:bodyPr/>
        <a:lstStyle/>
        <a:p>
          <a:r>
            <a:rPr lang="en-IN" dirty="0"/>
            <a:t>MariaDB</a:t>
          </a:r>
        </a:p>
      </dgm:t>
    </dgm:pt>
    <dgm:pt modelId="{D028F173-28BB-4218-BE25-A7300C926EFB}" type="parTrans" cxnId="{8C0F88A8-EE17-4482-8C50-FF020AB09501}">
      <dgm:prSet/>
      <dgm:spPr/>
      <dgm:t>
        <a:bodyPr/>
        <a:lstStyle/>
        <a:p>
          <a:endParaRPr lang="en-IN"/>
        </a:p>
      </dgm:t>
    </dgm:pt>
    <dgm:pt modelId="{E53DAA0F-4582-4D34-84FB-083AFE4BD844}" type="sibTrans" cxnId="{8C0F88A8-EE17-4482-8C50-FF020AB09501}">
      <dgm:prSet/>
      <dgm:spPr/>
      <dgm:t>
        <a:bodyPr/>
        <a:lstStyle/>
        <a:p>
          <a:endParaRPr lang="en-IN"/>
        </a:p>
      </dgm:t>
    </dgm:pt>
    <dgm:pt modelId="{FDE88189-DD75-4586-83C1-92AD40A0B743}">
      <dgm:prSet phldrT="[Text]"/>
      <dgm:spPr/>
      <dgm:t>
        <a:bodyPr/>
        <a:lstStyle/>
        <a:p>
          <a:r>
            <a:rPr lang="en-IN" dirty="0"/>
            <a:t>Client Side</a:t>
          </a:r>
        </a:p>
      </dgm:t>
    </dgm:pt>
    <dgm:pt modelId="{FED71DE0-A8D2-410C-BB7E-9ADA4BA4DA6E}" type="parTrans" cxnId="{86ADFB94-AB71-449A-B616-AFCC4667C16D}">
      <dgm:prSet/>
      <dgm:spPr/>
      <dgm:t>
        <a:bodyPr/>
        <a:lstStyle/>
        <a:p>
          <a:endParaRPr lang="en-IN"/>
        </a:p>
      </dgm:t>
    </dgm:pt>
    <dgm:pt modelId="{419079BD-24AF-43F0-ADA1-4A518E6241C5}" type="sibTrans" cxnId="{86ADFB94-AB71-449A-B616-AFCC4667C16D}">
      <dgm:prSet/>
      <dgm:spPr/>
      <dgm:t>
        <a:bodyPr/>
        <a:lstStyle/>
        <a:p>
          <a:endParaRPr lang="en-IN"/>
        </a:p>
      </dgm:t>
    </dgm:pt>
    <dgm:pt modelId="{F1E40C82-7095-417B-BE11-6B091AAE1E68}">
      <dgm:prSet phldrT="[Text]"/>
      <dgm:spPr/>
      <dgm:t>
        <a:bodyPr/>
        <a:lstStyle/>
        <a:p>
          <a:r>
            <a:rPr lang="en-IN" dirty="0"/>
            <a:t>Server Side</a:t>
          </a:r>
        </a:p>
      </dgm:t>
    </dgm:pt>
    <dgm:pt modelId="{CA98AEB3-0BDD-4BDF-A345-52B13A67D36B}" type="parTrans" cxnId="{E234E3F8-0957-477C-8B2D-7D1A11E6C425}">
      <dgm:prSet/>
      <dgm:spPr/>
      <dgm:t>
        <a:bodyPr/>
        <a:lstStyle/>
        <a:p>
          <a:endParaRPr lang="en-IN"/>
        </a:p>
      </dgm:t>
    </dgm:pt>
    <dgm:pt modelId="{B604E6B2-34B9-41E5-ADC5-286112898BEF}" type="sibTrans" cxnId="{E234E3F8-0957-477C-8B2D-7D1A11E6C425}">
      <dgm:prSet/>
      <dgm:spPr/>
      <dgm:t>
        <a:bodyPr/>
        <a:lstStyle/>
        <a:p>
          <a:endParaRPr lang="en-IN"/>
        </a:p>
      </dgm:t>
    </dgm:pt>
    <dgm:pt modelId="{252BE4EF-1681-4744-B8D1-575033C12B66}">
      <dgm:prSet phldrT="[Text]"/>
      <dgm:spPr/>
      <dgm:t>
        <a:bodyPr/>
        <a:lstStyle/>
        <a:p>
          <a:r>
            <a:rPr lang="en-IN" dirty="0"/>
            <a:t>Database</a:t>
          </a:r>
        </a:p>
      </dgm:t>
    </dgm:pt>
    <dgm:pt modelId="{405F65E4-43EB-4044-A2ED-8C119B621F80}" type="parTrans" cxnId="{637F129A-63A7-4E91-B24B-760F10329ACA}">
      <dgm:prSet/>
      <dgm:spPr/>
      <dgm:t>
        <a:bodyPr/>
        <a:lstStyle/>
        <a:p>
          <a:endParaRPr lang="en-IN"/>
        </a:p>
      </dgm:t>
    </dgm:pt>
    <dgm:pt modelId="{6310AC1F-800D-4042-995F-E7EBDA95BC34}" type="sibTrans" cxnId="{637F129A-63A7-4E91-B24B-760F10329ACA}">
      <dgm:prSet/>
      <dgm:spPr/>
      <dgm:t>
        <a:bodyPr/>
        <a:lstStyle/>
        <a:p>
          <a:endParaRPr lang="en-IN"/>
        </a:p>
      </dgm:t>
    </dgm:pt>
    <dgm:pt modelId="{4E78EC36-9A2B-4CB8-999F-851259428EF1}">
      <dgm:prSet/>
      <dgm:spPr/>
      <dgm:t>
        <a:bodyPr/>
        <a:lstStyle/>
        <a:p>
          <a:r>
            <a:rPr lang="en-IN" dirty="0"/>
            <a:t>Django Web Server</a:t>
          </a:r>
        </a:p>
      </dgm:t>
    </dgm:pt>
    <dgm:pt modelId="{F64FF683-1102-4D31-A12D-88AECCAE7080}" type="parTrans" cxnId="{73EBDD6C-1BE9-406F-8433-0BB166E70624}">
      <dgm:prSet/>
      <dgm:spPr/>
      <dgm:t>
        <a:bodyPr/>
        <a:lstStyle/>
        <a:p>
          <a:endParaRPr lang="en-IN"/>
        </a:p>
      </dgm:t>
    </dgm:pt>
    <dgm:pt modelId="{5CA27B7F-16A0-49D8-90E1-28EA38BF01ED}" type="sibTrans" cxnId="{73EBDD6C-1BE9-406F-8433-0BB166E70624}">
      <dgm:prSet/>
      <dgm:spPr/>
      <dgm:t>
        <a:bodyPr/>
        <a:lstStyle/>
        <a:p>
          <a:endParaRPr lang="en-IN"/>
        </a:p>
      </dgm:t>
    </dgm:pt>
    <dgm:pt modelId="{DB7EA6DD-5AC6-4B8D-B164-6FF57EF8144D}" type="pres">
      <dgm:prSet presAssocID="{4DB77D5E-5F40-4DD0-B992-35CFD1B99684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045F50E-D284-4E79-BCE7-8D444808DC52}" type="pres">
      <dgm:prSet presAssocID="{4DB77D5E-5F40-4DD0-B992-35CFD1B99684}" presName="hierFlow" presStyleCnt="0"/>
      <dgm:spPr/>
    </dgm:pt>
    <dgm:pt modelId="{53C3B072-1AE4-4851-BAF1-87EAEF5A4C76}" type="pres">
      <dgm:prSet presAssocID="{4DB77D5E-5F40-4DD0-B992-35CFD1B99684}" presName="firstBuf" presStyleCnt="0"/>
      <dgm:spPr/>
    </dgm:pt>
    <dgm:pt modelId="{FD1F5F9C-E445-4375-93EA-6D66A53ADA49}" type="pres">
      <dgm:prSet presAssocID="{4DB77D5E-5F40-4DD0-B992-35CFD1B99684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1A66CD9C-850B-409C-90BD-083CE880D89E}" type="pres">
      <dgm:prSet presAssocID="{9FBA4305-1A42-4D9C-9725-E102E4BDAD96}" presName="Name14" presStyleCnt="0"/>
      <dgm:spPr/>
    </dgm:pt>
    <dgm:pt modelId="{44A95D04-090E-49B2-89A8-56F408F71396}" type="pres">
      <dgm:prSet presAssocID="{9FBA4305-1A42-4D9C-9725-E102E4BDAD96}" presName="level1Shape" presStyleLbl="node0" presStyleIdx="0" presStyleCnt="1" custLinFactNeighborX="4507" custLinFactNeighborY="-75445">
        <dgm:presLayoutVars>
          <dgm:chPref val="3"/>
        </dgm:presLayoutVars>
      </dgm:prSet>
      <dgm:spPr/>
    </dgm:pt>
    <dgm:pt modelId="{DE98BF5D-9AC6-4BB1-A949-000A44EEEDBD}" type="pres">
      <dgm:prSet presAssocID="{9FBA4305-1A42-4D9C-9725-E102E4BDAD96}" presName="hierChild2" presStyleCnt="0"/>
      <dgm:spPr/>
    </dgm:pt>
    <dgm:pt modelId="{83618352-94B0-44FC-93F2-98D58D9B7FA7}" type="pres">
      <dgm:prSet presAssocID="{16EF332C-99D3-4BE5-9F06-EA9C61FF2A59}" presName="Name19" presStyleLbl="parChTrans1D2" presStyleIdx="0" presStyleCnt="3"/>
      <dgm:spPr/>
    </dgm:pt>
    <dgm:pt modelId="{0C673275-BF8E-4777-9EEB-C6616D74BB8A}" type="pres">
      <dgm:prSet presAssocID="{85C6659E-A2D3-4D80-A0C6-4FC8CF6A8B28}" presName="Name21" presStyleCnt="0"/>
      <dgm:spPr/>
    </dgm:pt>
    <dgm:pt modelId="{52E56DC3-BF45-41FB-8356-AA0CC54C0631}" type="pres">
      <dgm:prSet presAssocID="{85C6659E-A2D3-4D80-A0C6-4FC8CF6A8B28}" presName="level2Shape" presStyleLbl="node2" presStyleIdx="0" presStyleCnt="3"/>
      <dgm:spPr/>
    </dgm:pt>
    <dgm:pt modelId="{4FD678CB-3AF1-4DBD-910B-90DD7A77BEE2}" type="pres">
      <dgm:prSet presAssocID="{85C6659E-A2D3-4D80-A0C6-4FC8CF6A8B28}" presName="hierChild3" presStyleCnt="0"/>
      <dgm:spPr/>
    </dgm:pt>
    <dgm:pt modelId="{25A72E7E-D83F-434A-A5D3-C6B168AB14E9}" type="pres">
      <dgm:prSet presAssocID="{937F3C79-2B63-4EEA-A61E-739264216AA1}" presName="Name19" presStyleLbl="parChTrans1D3" presStyleIdx="0" presStyleCnt="3"/>
      <dgm:spPr/>
    </dgm:pt>
    <dgm:pt modelId="{D117A64E-0F63-457F-8606-7C7E3C6796A7}" type="pres">
      <dgm:prSet presAssocID="{DC587223-BD2F-4462-BF33-2CF43A5509F7}" presName="Name21" presStyleCnt="0"/>
      <dgm:spPr/>
    </dgm:pt>
    <dgm:pt modelId="{B706943B-7EB1-4C13-8B31-A894B9C7C873}" type="pres">
      <dgm:prSet presAssocID="{DC587223-BD2F-4462-BF33-2CF43A5509F7}" presName="level2Shape" presStyleLbl="node3" presStyleIdx="0" presStyleCnt="3"/>
      <dgm:spPr/>
    </dgm:pt>
    <dgm:pt modelId="{E8E52867-B751-48FD-BD46-577B89EFB360}" type="pres">
      <dgm:prSet presAssocID="{DC587223-BD2F-4462-BF33-2CF43A5509F7}" presName="hierChild3" presStyleCnt="0"/>
      <dgm:spPr/>
    </dgm:pt>
    <dgm:pt modelId="{4FD0BBD5-2F83-42E4-8DF4-F2A0A6B12D37}" type="pres">
      <dgm:prSet presAssocID="{A7D9F740-E443-4AA1-90C5-FE2559B3CF7A}" presName="Name19" presStyleLbl="parChTrans1D3" presStyleIdx="1" presStyleCnt="3"/>
      <dgm:spPr/>
    </dgm:pt>
    <dgm:pt modelId="{76E5D509-A56B-452C-AB0A-B48109AB9710}" type="pres">
      <dgm:prSet presAssocID="{ADB5908A-7768-44BB-8076-26C5CEED2456}" presName="Name21" presStyleCnt="0"/>
      <dgm:spPr/>
    </dgm:pt>
    <dgm:pt modelId="{9A9CA244-F160-42D8-85C9-C2860FAF4BCB}" type="pres">
      <dgm:prSet presAssocID="{ADB5908A-7768-44BB-8076-26C5CEED2456}" presName="level2Shape" presStyleLbl="node3" presStyleIdx="1" presStyleCnt="3" custLinFactNeighborX="33803" custLinFactNeighborY="-3421"/>
      <dgm:spPr/>
    </dgm:pt>
    <dgm:pt modelId="{64D554A6-E101-4745-921F-669FC68E1B34}" type="pres">
      <dgm:prSet presAssocID="{ADB5908A-7768-44BB-8076-26C5CEED2456}" presName="hierChild3" presStyleCnt="0"/>
      <dgm:spPr/>
    </dgm:pt>
    <dgm:pt modelId="{EE2C0D8A-EDC9-4D62-8DE5-8647CD6F79DB}" type="pres">
      <dgm:prSet presAssocID="{ED615EE0-2630-49EB-B563-9F72C350D998}" presName="Name19" presStyleLbl="parChTrans1D2" presStyleIdx="1" presStyleCnt="3"/>
      <dgm:spPr/>
    </dgm:pt>
    <dgm:pt modelId="{3EDE6659-D944-48BA-AF95-0A82F19A4F4A}" type="pres">
      <dgm:prSet presAssocID="{01A17CE6-0518-4267-8382-AE120B3297D7}" presName="Name21" presStyleCnt="0"/>
      <dgm:spPr/>
    </dgm:pt>
    <dgm:pt modelId="{E1977610-B61F-4DC4-A8A8-D573C7A95BB7}" type="pres">
      <dgm:prSet presAssocID="{01A17CE6-0518-4267-8382-AE120B3297D7}" presName="level2Shape" presStyleLbl="node2" presStyleIdx="1" presStyleCnt="3" custLinFactX="35878" custLinFactNeighborX="100000" custLinFactNeighborY="-4781"/>
      <dgm:spPr/>
    </dgm:pt>
    <dgm:pt modelId="{A6CA7A32-71D2-48BF-9B0B-3FC08D36A58F}" type="pres">
      <dgm:prSet presAssocID="{01A17CE6-0518-4267-8382-AE120B3297D7}" presName="hierChild3" presStyleCnt="0"/>
      <dgm:spPr/>
    </dgm:pt>
    <dgm:pt modelId="{4D703932-6057-4E94-89EB-C48DA43C37AE}" type="pres">
      <dgm:prSet presAssocID="{D028F173-28BB-4218-BE25-A7300C926EFB}" presName="Name19" presStyleLbl="parChTrans1D3" presStyleIdx="2" presStyleCnt="3"/>
      <dgm:spPr/>
    </dgm:pt>
    <dgm:pt modelId="{FFC46E83-EE5F-4F47-8BFD-48451CA99371}" type="pres">
      <dgm:prSet presAssocID="{5928802A-C473-42B6-8C3C-C9760F3B68A6}" presName="Name21" presStyleCnt="0"/>
      <dgm:spPr/>
    </dgm:pt>
    <dgm:pt modelId="{D2095508-F5DA-4765-84D9-D02891A51645}" type="pres">
      <dgm:prSet presAssocID="{5928802A-C473-42B6-8C3C-C9760F3B68A6}" presName="level2Shape" presStyleLbl="node3" presStyleIdx="2" presStyleCnt="3" custLinFactX="36160" custLinFactY="24718" custLinFactNeighborX="100000" custLinFactNeighborY="100000"/>
      <dgm:spPr/>
    </dgm:pt>
    <dgm:pt modelId="{FF6B0EDA-4B4E-44B3-A210-A514882BA20A}" type="pres">
      <dgm:prSet presAssocID="{5928802A-C473-42B6-8C3C-C9760F3B68A6}" presName="hierChild3" presStyleCnt="0"/>
      <dgm:spPr/>
    </dgm:pt>
    <dgm:pt modelId="{C3076D39-1B16-45EF-80EB-E4EF78C545E7}" type="pres">
      <dgm:prSet presAssocID="{F64FF683-1102-4D31-A12D-88AECCAE7080}" presName="Name19" presStyleLbl="parChTrans1D2" presStyleIdx="2" presStyleCnt="3"/>
      <dgm:spPr/>
    </dgm:pt>
    <dgm:pt modelId="{544949C1-216A-4B10-A617-574EB1E87163}" type="pres">
      <dgm:prSet presAssocID="{4E78EC36-9A2B-4CB8-999F-851259428EF1}" presName="Name21" presStyleCnt="0"/>
      <dgm:spPr/>
    </dgm:pt>
    <dgm:pt modelId="{916AB87C-A6B1-4188-B935-5E584D4F3819}" type="pres">
      <dgm:prSet presAssocID="{4E78EC36-9A2B-4CB8-999F-851259428EF1}" presName="level2Shape" presStyleLbl="node2" presStyleIdx="2" presStyleCnt="3" custLinFactX="-55493" custLinFactNeighborX="-100000" custLinFactNeighborY="-96987"/>
      <dgm:spPr/>
    </dgm:pt>
    <dgm:pt modelId="{178DACBA-6666-4BFD-9C49-4607160BAFDF}" type="pres">
      <dgm:prSet presAssocID="{4E78EC36-9A2B-4CB8-999F-851259428EF1}" presName="hierChild3" presStyleCnt="0"/>
      <dgm:spPr/>
    </dgm:pt>
    <dgm:pt modelId="{8A4457CC-CC8C-4280-B202-ED1A64CB9829}" type="pres">
      <dgm:prSet presAssocID="{4DB77D5E-5F40-4DD0-B992-35CFD1B99684}" presName="bgShapesFlow" presStyleCnt="0"/>
      <dgm:spPr/>
    </dgm:pt>
    <dgm:pt modelId="{4912D40F-5827-421A-A690-CCA50E51DEA2}" type="pres">
      <dgm:prSet presAssocID="{FDE88189-DD75-4586-83C1-92AD40A0B743}" presName="rectComp" presStyleCnt="0"/>
      <dgm:spPr/>
    </dgm:pt>
    <dgm:pt modelId="{202AC862-62A4-4B95-9540-A001C8AF871A}" type="pres">
      <dgm:prSet presAssocID="{FDE88189-DD75-4586-83C1-92AD40A0B743}" presName="bgRect" presStyleLbl="bgShp" presStyleIdx="0" presStyleCnt="3" custLinFactNeighborX="-4757" custLinFactNeighborY="-8451"/>
      <dgm:spPr/>
    </dgm:pt>
    <dgm:pt modelId="{0C922830-940A-4281-80C5-875F6757A84C}" type="pres">
      <dgm:prSet presAssocID="{FDE88189-DD75-4586-83C1-92AD40A0B743}" presName="bgRectTx" presStyleLbl="bgShp" presStyleIdx="0" presStyleCnt="3">
        <dgm:presLayoutVars>
          <dgm:bulletEnabled val="1"/>
        </dgm:presLayoutVars>
      </dgm:prSet>
      <dgm:spPr/>
    </dgm:pt>
    <dgm:pt modelId="{BAB00FAE-1DE8-4C19-8B29-F241C2DF0B2B}" type="pres">
      <dgm:prSet presAssocID="{FDE88189-DD75-4586-83C1-92AD40A0B743}" presName="spComp" presStyleCnt="0"/>
      <dgm:spPr/>
    </dgm:pt>
    <dgm:pt modelId="{028B14F0-9B9E-40CD-B710-1B193E6BE4CD}" type="pres">
      <dgm:prSet presAssocID="{FDE88189-DD75-4586-83C1-92AD40A0B743}" presName="vSp" presStyleCnt="0"/>
      <dgm:spPr/>
    </dgm:pt>
    <dgm:pt modelId="{F4AF1AC9-5433-4949-A6B6-4B2331B3A29D}" type="pres">
      <dgm:prSet presAssocID="{F1E40C82-7095-417B-BE11-6B091AAE1E68}" presName="rectComp" presStyleCnt="0"/>
      <dgm:spPr/>
    </dgm:pt>
    <dgm:pt modelId="{928B0240-F76F-4F86-AB75-314F0AFEE8A4}" type="pres">
      <dgm:prSet presAssocID="{F1E40C82-7095-417B-BE11-6B091AAE1E68}" presName="bgRect" presStyleLbl="bgShp" presStyleIdx="1" presStyleCnt="3" custLinFactNeighborY="36893"/>
      <dgm:spPr/>
    </dgm:pt>
    <dgm:pt modelId="{17E6CC97-6496-4A5A-BAA1-FD4F26DEAA5D}" type="pres">
      <dgm:prSet presAssocID="{F1E40C82-7095-417B-BE11-6B091AAE1E68}" presName="bgRectTx" presStyleLbl="bgShp" presStyleIdx="1" presStyleCnt="3">
        <dgm:presLayoutVars>
          <dgm:bulletEnabled val="1"/>
        </dgm:presLayoutVars>
      </dgm:prSet>
      <dgm:spPr/>
    </dgm:pt>
    <dgm:pt modelId="{22ADCDFF-6A23-4764-AAC4-FC5040DBE691}" type="pres">
      <dgm:prSet presAssocID="{F1E40C82-7095-417B-BE11-6B091AAE1E68}" presName="spComp" presStyleCnt="0"/>
      <dgm:spPr/>
    </dgm:pt>
    <dgm:pt modelId="{AA206098-9C7C-48E2-8734-C9BB88CB6354}" type="pres">
      <dgm:prSet presAssocID="{F1E40C82-7095-417B-BE11-6B091AAE1E68}" presName="vSp" presStyleCnt="0"/>
      <dgm:spPr/>
    </dgm:pt>
    <dgm:pt modelId="{F4FF2D1A-772B-4E93-B85F-4402C936FB8E}" type="pres">
      <dgm:prSet presAssocID="{252BE4EF-1681-4744-B8D1-575033C12B66}" presName="rectComp" presStyleCnt="0"/>
      <dgm:spPr/>
    </dgm:pt>
    <dgm:pt modelId="{E8DF630E-300A-4ACE-B12B-A16F511D1122}" type="pres">
      <dgm:prSet presAssocID="{252BE4EF-1681-4744-B8D1-575033C12B66}" presName="bgRect" presStyleLbl="bgShp" presStyleIdx="2" presStyleCnt="3" custLinFactY="3932" custLinFactNeighborX="367" custLinFactNeighborY="100000"/>
      <dgm:spPr/>
    </dgm:pt>
    <dgm:pt modelId="{AFC862D0-1E20-459B-8627-3C67DE5696EA}" type="pres">
      <dgm:prSet presAssocID="{252BE4EF-1681-4744-B8D1-575033C12B66}" presName="bgRectTx" presStyleLbl="bgShp" presStyleIdx="2" presStyleCnt="3">
        <dgm:presLayoutVars>
          <dgm:bulletEnabled val="1"/>
        </dgm:presLayoutVars>
      </dgm:prSet>
      <dgm:spPr/>
    </dgm:pt>
  </dgm:ptLst>
  <dgm:cxnLst>
    <dgm:cxn modelId="{3E75C806-54AE-4C89-A79D-9C3BCDEA6FAE}" srcId="{9FBA4305-1A42-4D9C-9725-E102E4BDAD96}" destId="{85C6659E-A2D3-4D80-A0C6-4FC8CF6A8B28}" srcOrd="0" destOrd="0" parTransId="{16EF332C-99D3-4BE5-9F06-EA9C61FF2A59}" sibTransId="{6EB0B9E8-F3A1-43F5-A778-80807FBE6C3D}"/>
    <dgm:cxn modelId="{8471900F-42BF-4EC3-A9C1-427262627E14}" type="presOf" srcId="{252BE4EF-1681-4744-B8D1-575033C12B66}" destId="{AFC862D0-1E20-459B-8627-3C67DE5696EA}" srcOrd="1" destOrd="0" presId="urn:microsoft.com/office/officeart/2005/8/layout/hierarchy6"/>
    <dgm:cxn modelId="{E524072D-161D-4503-A006-20C61127C62F}" type="presOf" srcId="{FDE88189-DD75-4586-83C1-92AD40A0B743}" destId="{202AC862-62A4-4B95-9540-A001C8AF871A}" srcOrd="0" destOrd="0" presId="urn:microsoft.com/office/officeart/2005/8/layout/hierarchy6"/>
    <dgm:cxn modelId="{5659EA36-EC8A-412B-A6C7-2C1B4CAAB35A}" type="presOf" srcId="{85C6659E-A2D3-4D80-A0C6-4FC8CF6A8B28}" destId="{52E56DC3-BF45-41FB-8356-AA0CC54C0631}" srcOrd="0" destOrd="0" presId="urn:microsoft.com/office/officeart/2005/8/layout/hierarchy6"/>
    <dgm:cxn modelId="{F0A9F45B-2FDE-4FF9-9883-AD044E30D0C9}" type="presOf" srcId="{9FBA4305-1A42-4D9C-9725-E102E4BDAD96}" destId="{44A95D04-090E-49B2-89A8-56F408F71396}" srcOrd="0" destOrd="0" presId="urn:microsoft.com/office/officeart/2005/8/layout/hierarchy6"/>
    <dgm:cxn modelId="{6043B65D-5D15-4164-85BE-B740250DEBF9}" type="presOf" srcId="{F64FF683-1102-4D31-A12D-88AECCAE7080}" destId="{C3076D39-1B16-45EF-80EB-E4EF78C545E7}" srcOrd="0" destOrd="0" presId="urn:microsoft.com/office/officeart/2005/8/layout/hierarchy6"/>
    <dgm:cxn modelId="{69C8FF43-927F-4E07-9C1D-E404BB92AD83}" type="presOf" srcId="{5928802A-C473-42B6-8C3C-C9760F3B68A6}" destId="{D2095508-F5DA-4765-84D9-D02891A51645}" srcOrd="0" destOrd="0" presId="urn:microsoft.com/office/officeart/2005/8/layout/hierarchy6"/>
    <dgm:cxn modelId="{D6611669-7EBB-4284-B91F-B7A01C394A8B}" type="presOf" srcId="{16EF332C-99D3-4BE5-9F06-EA9C61FF2A59}" destId="{83618352-94B0-44FC-93F2-98D58D9B7FA7}" srcOrd="0" destOrd="0" presId="urn:microsoft.com/office/officeart/2005/8/layout/hierarchy6"/>
    <dgm:cxn modelId="{8B8AF46A-B3CC-43DC-8FD2-2A908968CD98}" srcId="{85C6659E-A2D3-4D80-A0C6-4FC8CF6A8B28}" destId="{DC587223-BD2F-4462-BF33-2CF43A5509F7}" srcOrd="0" destOrd="0" parTransId="{937F3C79-2B63-4EEA-A61E-739264216AA1}" sibTransId="{0EAC2F47-0895-4DBD-A5D7-B6031E2696DD}"/>
    <dgm:cxn modelId="{73EBDD6C-1BE9-406F-8433-0BB166E70624}" srcId="{9FBA4305-1A42-4D9C-9725-E102E4BDAD96}" destId="{4E78EC36-9A2B-4CB8-999F-851259428EF1}" srcOrd="2" destOrd="0" parTransId="{F64FF683-1102-4D31-A12D-88AECCAE7080}" sibTransId="{5CA27B7F-16A0-49D8-90E1-28EA38BF01ED}"/>
    <dgm:cxn modelId="{45AE996D-C996-4F35-9632-EFC084FB000A}" srcId="{4DB77D5E-5F40-4DD0-B992-35CFD1B99684}" destId="{9FBA4305-1A42-4D9C-9725-E102E4BDAD96}" srcOrd="0" destOrd="0" parTransId="{45DCF9ED-3CD2-49A1-8E72-3D03B10518A1}" sibTransId="{66F8FCF4-0454-4319-B5FE-B0C660A69283}"/>
    <dgm:cxn modelId="{4D58A94E-F453-4B3C-A9EF-BCE5E64B936B}" type="presOf" srcId="{ADB5908A-7768-44BB-8076-26C5CEED2456}" destId="{9A9CA244-F160-42D8-85C9-C2860FAF4BCB}" srcOrd="0" destOrd="0" presId="urn:microsoft.com/office/officeart/2005/8/layout/hierarchy6"/>
    <dgm:cxn modelId="{2DA9467B-BD18-4B28-BD4E-57805034610D}" type="presOf" srcId="{01A17CE6-0518-4267-8382-AE120B3297D7}" destId="{E1977610-B61F-4DC4-A8A8-D573C7A95BB7}" srcOrd="0" destOrd="0" presId="urn:microsoft.com/office/officeart/2005/8/layout/hierarchy6"/>
    <dgm:cxn modelId="{BAC9C28D-9EF3-4C1B-83FF-BF1D63462CCA}" srcId="{85C6659E-A2D3-4D80-A0C6-4FC8CF6A8B28}" destId="{ADB5908A-7768-44BB-8076-26C5CEED2456}" srcOrd="1" destOrd="0" parTransId="{A7D9F740-E443-4AA1-90C5-FE2559B3CF7A}" sibTransId="{A81F9AF8-22C4-428E-BBB7-E58167CDCACB}"/>
    <dgm:cxn modelId="{64D0C990-0DF9-4529-A181-5AE7514A756C}" type="presOf" srcId="{4E78EC36-9A2B-4CB8-999F-851259428EF1}" destId="{916AB87C-A6B1-4188-B935-5E584D4F3819}" srcOrd="0" destOrd="0" presId="urn:microsoft.com/office/officeart/2005/8/layout/hierarchy6"/>
    <dgm:cxn modelId="{86ADFB94-AB71-449A-B616-AFCC4667C16D}" srcId="{4DB77D5E-5F40-4DD0-B992-35CFD1B99684}" destId="{FDE88189-DD75-4586-83C1-92AD40A0B743}" srcOrd="1" destOrd="0" parTransId="{FED71DE0-A8D2-410C-BB7E-9ADA4BA4DA6E}" sibTransId="{419079BD-24AF-43F0-ADA1-4A518E6241C5}"/>
    <dgm:cxn modelId="{637F129A-63A7-4E91-B24B-760F10329ACA}" srcId="{4DB77D5E-5F40-4DD0-B992-35CFD1B99684}" destId="{252BE4EF-1681-4744-B8D1-575033C12B66}" srcOrd="3" destOrd="0" parTransId="{405F65E4-43EB-4044-A2ED-8C119B621F80}" sibTransId="{6310AC1F-800D-4042-995F-E7EBDA95BC34}"/>
    <dgm:cxn modelId="{6FDD1D9C-8593-47DD-8360-2E38142F44C5}" type="presOf" srcId="{4DB77D5E-5F40-4DD0-B992-35CFD1B99684}" destId="{DB7EA6DD-5AC6-4B8D-B164-6FF57EF8144D}" srcOrd="0" destOrd="0" presId="urn:microsoft.com/office/officeart/2005/8/layout/hierarchy6"/>
    <dgm:cxn modelId="{8C0F88A8-EE17-4482-8C50-FF020AB09501}" srcId="{01A17CE6-0518-4267-8382-AE120B3297D7}" destId="{5928802A-C473-42B6-8C3C-C9760F3B68A6}" srcOrd="0" destOrd="0" parTransId="{D028F173-28BB-4218-BE25-A7300C926EFB}" sibTransId="{E53DAA0F-4582-4D34-84FB-083AFE4BD844}"/>
    <dgm:cxn modelId="{D47611B2-D3E2-47F6-B232-5BF9E4C61DF1}" type="presOf" srcId="{937F3C79-2B63-4EEA-A61E-739264216AA1}" destId="{25A72E7E-D83F-434A-A5D3-C6B168AB14E9}" srcOrd="0" destOrd="0" presId="urn:microsoft.com/office/officeart/2005/8/layout/hierarchy6"/>
    <dgm:cxn modelId="{CF22AFB6-411B-4D90-BACD-A4065A3EE5CD}" type="presOf" srcId="{F1E40C82-7095-417B-BE11-6B091AAE1E68}" destId="{928B0240-F76F-4F86-AB75-314F0AFEE8A4}" srcOrd="0" destOrd="0" presId="urn:microsoft.com/office/officeart/2005/8/layout/hierarchy6"/>
    <dgm:cxn modelId="{18F27CBD-2918-4385-8294-A1B9DC079DA3}" type="presOf" srcId="{D028F173-28BB-4218-BE25-A7300C926EFB}" destId="{4D703932-6057-4E94-89EB-C48DA43C37AE}" srcOrd="0" destOrd="0" presId="urn:microsoft.com/office/officeart/2005/8/layout/hierarchy6"/>
    <dgm:cxn modelId="{04FB41C4-0B33-42EC-9EC7-B05919D2FFD6}" type="presOf" srcId="{ED615EE0-2630-49EB-B563-9F72C350D998}" destId="{EE2C0D8A-EDC9-4D62-8DE5-8647CD6F79DB}" srcOrd="0" destOrd="0" presId="urn:microsoft.com/office/officeart/2005/8/layout/hierarchy6"/>
    <dgm:cxn modelId="{7858FEC6-9B7D-48A2-B013-C012ABBC5955}" type="presOf" srcId="{252BE4EF-1681-4744-B8D1-575033C12B66}" destId="{E8DF630E-300A-4ACE-B12B-A16F511D1122}" srcOrd="0" destOrd="0" presId="urn:microsoft.com/office/officeart/2005/8/layout/hierarchy6"/>
    <dgm:cxn modelId="{4DB1ADC8-0938-45BA-B030-90FBDFE5725A}" type="presOf" srcId="{F1E40C82-7095-417B-BE11-6B091AAE1E68}" destId="{17E6CC97-6496-4A5A-BAA1-FD4F26DEAA5D}" srcOrd="1" destOrd="0" presId="urn:microsoft.com/office/officeart/2005/8/layout/hierarchy6"/>
    <dgm:cxn modelId="{CC6ACAD0-E9FE-4273-AA88-07431574C54A}" srcId="{9FBA4305-1A42-4D9C-9725-E102E4BDAD96}" destId="{01A17CE6-0518-4267-8382-AE120B3297D7}" srcOrd="1" destOrd="0" parTransId="{ED615EE0-2630-49EB-B563-9F72C350D998}" sibTransId="{AB8C1821-2F87-49AB-B29C-CE30B377A408}"/>
    <dgm:cxn modelId="{806C76DF-E9C3-461B-B55A-7F5005C9D684}" type="presOf" srcId="{DC587223-BD2F-4462-BF33-2CF43A5509F7}" destId="{B706943B-7EB1-4C13-8B31-A894B9C7C873}" srcOrd="0" destOrd="0" presId="urn:microsoft.com/office/officeart/2005/8/layout/hierarchy6"/>
    <dgm:cxn modelId="{B4BD39EF-7925-45EA-8F9C-873D0E4FB295}" type="presOf" srcId="{A7D9F740-E443-4AA1-90C5-FE2559B3CF7A}" destId="{4FD0BBD5-2F83-42E4-8DF4-F2A0A6B12D37}" srcOrd="0" destOrd="0" presId="urn:microsoft.com/office/officeart/2005/8/layout/hierarchy6"/>
    <dgm:cxn modelId="{E234E3F8-0957-477C-8B2D-7D1A11E6C425}" srcId="{4DB77D5E-5F40-4DD0-B992-35CFD1B99684}" destId="{F1E40C82-7095-417B-BE11-6B091AAE1E68}" srcOrd="2" destOrd="0" parTransId="{CA98AEB3-0BDD-4BDF-A345-52B13A67D36B}" sibTransId="{B604E6B2-34B9-41E5-ADC5-286112898BEF}"/>
    <dgm:cxn modelId="{7B0001F9-7E00-414B-8CCB-ACD0C523854E}" type="presOf" srcId="{FDE88189-DD75-4586-83C1-92AD40A0B743}" destId="{0C922830-940A-4281-80C5-875F6757A84C}" srcOrd="1" destOrd="0" presId="urn:microsoft.com/office/officeart/2005/8/layout/hierarchy6"/>
    <dgm:cxn modelId="{44067739-C014-4305-9356-858FB651347D}" type="presParOf" srcId="{DB7EA6DD-5AC6-4B8D-B164-6FF57EF8144D}" destId="{D045F50E-D284-4E79-BCE7-8D444808DC52}" srcOrd="0" destOrd="0" presId="urn:microsoft.com/office/officeart/2005/8/layout/hierarchy6"/>
    <dgm:cxn modelId="{DCE623B4-0E8F-4BBE-ADA2-22FAB8B61D23}" type="presParOf" srcId="{D045F50E-D284-4E79-BCE7-8D444808DC52}" destId="{53C3B072-1AE4-4851-BAF1-87EAEF5A4C76}" srcOrd="0" destOrd="0" presId="urn:microsoft.com/office/officeart/2005/8/layout/hierarchy6"/>
    <dgm:cxn modelId="{E9C79B88-3989-4ED0-8318-E0D6483CF817}" type="presParOf" srcId="{D045F50E-D284-4E79-BCE7-8D444808DC52}" destId="{FD1F5F9C-E445-4375-93EA-6D66A53ADA49}" srcOrd="1" destOrd="0" presId="urn:microsoft.com/office/officeart/2005/8/layout/hierarchy6"/>
    <dgm:cxn modelId="{CDD62BF3-7048-4DA9-9DF7-CA44765A26E3}" type="presParOf" srcId="{FD1F5F9C-E445-4375-93EA-6D66A53ADA49}" destId="{1A66CD9C-850B-409C-90BD-083CE880D89E}" srcOrd="0" destOrd="0" presId="urn:microsoft.com/office/officeart/2005/8/layout/hierarchy6"/>
    <dgm:cxn modelId="{DDDC7A5B-76AA-4525-A7B3-BFC22EB83C6A}" type="presParOf" srcId="{1A66CD9C-850B-409C-90BD-083CE880D89E}" destId="{44A95D04-090E-49B2-89A8-56F408F71396}" srcOrd="0" destOrd="0" presId="urn:microsoft.com/office/officeart/2005/8/layout/hierarchy6"/>
    <dgm:cxn modelId="{60F2336B-FD44-4324-9CCA-C46AB6549767}" type="presParOf" srcId="{1A66CD9C-850B-409C-90BD-083CE880D89E}" destId="{DE98BF5D-9AC6-4BB1-A949-000A44EEEDBD}" srcOrd="1" destOrd="0" presId="urn:microsoft.com/office/officeart/2005/8/layout/hierarchy6"/>
    <dgm:cxn modelId="{78A0B6E9-54A3-4B00-ABFC-C44BC7FCCE40}" type="presParOf" srcId="{DE98BF5D-9AC6-4BB1-A949-000A44EEEDBD}" destId="{83618352-94B0-44FC-93F2-98D58D9B7FA7}" srcOrd="0" destOrd="0" presId="urn:microsoft.com/office/officeart/2005/8/layout/hierarchy6"/>
    <dgm:cxn modelId="{EF5BE6C6-6F33-4419-9CE1-31ABD3319BCB}" type="presParOf" srcId="{DE98BF5D-9AC6-4BB1-A949-000A44EEEDBD}" destId="{0C673275-BF8E-4777-9EEB-C6616D74BB8A}" srcOrd="1" destOrd="0" presId="urn:microsoft.com/office/officeart/2005/8/layout/hierarchy6"/>
    <dgm:cxn modelId="{995739AE-BCF6-4D23-BCF7-6B3B56528C56}" type="presParOf" srcId="{0C673275-BF8E-4777-9EEB-C6616D74BB8A}" destId="{52E56DC3-BF45-41FB-8356-AA0CC54C0631}" srcOrd="0" destOrd="0" presId="urn:microsoft.com/office/officeart/2005/8/layout/hierarchy6"/>
    <dgm:cxn modelId="{F76ABF1D-0318-45D7-B8BB-5FC39E8C513D}" type="presParOf" srcId="{0C673275-BF8E-4777-9EEB-C6616D74BB8A}" destId="{4FD678CB-3AF1-4DBD-910B-90DD7A77BEE2}" srcOrd="1" destOrd="0" presId="urn:microsoft.com/office/officeart/2005/8/layout/hierarchy6"/>
    <dgm:cxn modelId="{53804A29-3532-4B36-A6D4-C201049DCA17}" type="presParOf" srcId="{4FD678CB-3AF1-4DBD-910B-90DD7A77BEE2}" destId="{25A72E7E-D83F-434A-A5D3-C6B168AB14E9}" srcOrd="0" destOrd="0" presId="urn:microsoft.com/office/officeart/2005/8/layout/hierarchy6"/>
    <dgm:cxn modelId="{E9B61C8C-AE7A-4BF5-8DE0-195F10A23749}" type="presParOf" srcId="{4FD678CB-3AF1-4DBD-910B-90DD7A77BEE2}" destId="{D117A64E-0F63-457F-8606-7C7E3C6796A7}" srcOrd="1" destOrd="0" presId="urn:microsoft.com/office/officeart/2005/8/layout/hierarchy6"/>
    <dgm:cxn modelId="{B9EB8352-743A-44F9-BCD0-6B62F32FB295}" type="presParOf" srcId="{D117A64E-0F63-457F-8606-7C7E3C6796A7}" destId="{B706943B-7EB1-4C13-8B31-A894B9C7C873}" srcOrd="0" destOrd="0" presId="urn:microsoft.com/office/officeart/2005/8/layout/hierarchy6"/>
    <dgm:cxn modelId="{4B455086-CB63-454E-84DF-115419E5D732}" type="presParOf" srcId="{D117A64E-0F63-457F-8606-7C7E3C6796A7}" destId="{E8E52867-B751-48FD-BD46-577B89EFB360}" srcOrd="1" destOrd="0" presId="urn:microsoft.com/office/officeart/2005/8/layout/hierarchy6"/>
    <dgm:cxn modelId="{6AC9C195-731F-4063-ABA4-21E2E48F37CC}" type="presParOf" srcId="{4FD678CB-3AF1-4DBD-910B-90DD7A77BEE2}" destId="{4FD0BBD5-2F83-42E4-8DF4-F2A0A6B12D37}" srcOrd="2" destOrd="0" presId="urn:microsoft.com/office/officeart/2005/8/layout/hierarchy6"/>
    <dgm:cxn modelId="{40AA7523-88D6-4BCC-AF9E-8BDA2A0DCD05}" type="presParOf" srcId="{4FD678CB-3AF1-4DBD-910B-90DD7A77BEE2}" destId="{76E5D509-A56B-452C-AB0A-B48109AB9710}" srcOrd="3" destOrd="0" presId="urn:microsoft.com/office/officeart/2005/8/layout/hierarchy6"/>
    <dgm:cxn modelId="{4919B9FA-DE40-4D9F-A78A-90587FC103C0}" type="presParOf" srcId="{76E5D509-A56B-452C-AB0A-B48109AB9710}" destId="{9A9CA244-F160-42D8-85C9-C2860FAF4BCB}" srcOrd="0" destOrd="0" presId="urn:microsoft.com/office/officeart/2005/8/layout/hierarchy6"/>
    <dgm:cxn modelId="{2A2802B7-CAA3-4B47-9C0D-388FA1BF732B}" type="presParOf" srcId="{76E5D509-A56B-452C-AB0A-B48109AB9710}" destId="{64D554A6-E101-4745-921F-669FC68E1B34}" srcOrd="1" destOrd="0" presId="urn:microsoft.com/office/officeart/2005/8/layout/hierarchy6"/>
    <dgm:cxn modelId="{042C2351-E6D6-4CD2-BDDB-7BD3D6087D8E}" type="presParOf" srcId="{DE98BF5D-9AC6-4BB1-A949-000A44EEEDBD}" destId="{EE2C0D8A-EDC9-4D62-8DE5-8647CD6F79DB}" srcOrd="2" destOrd="0" presId="urn:microsoft.com/office/officeart/2005/8/layout/hierarchy6"/>
    <dgm:cxn modelId="{33EE9FDB-2767-47DB-BDEF-F1ED5C51697C}" type="presParOf" srcId="{DE98BF5D-9AC6-4BB1-A949-000A44EEEDBD}" destId="{3EDE6659-D944-48BA-AF95-0A82F19A4F4A}" srcOrd="3" destOrd="0" presId="urn:microsoft.com/office/officeart/2005/8/layout/hierarchy6"/>
    <dgm:cxn modelId="{DD7139EE-B4DC-40EA-AFCC-DB2288B03936}" type="presParOf" srcId="{3EDE6659-D944-48BA-AF95-0A82F19A4F4A}" destId="{E1977610-B61F-4DC4-A8A8-D573C7A95BB7}" srcOrd="0" destOrd="0" presId="urn:microsoft.com/office/officeart/2005/8/layout/hierarchy6"/>
    <dgm:cxn modelId="{0CCA3414-587E-4387-BAA1-69EE1B484C9C}" type="presParOf" srcId="{3EDE6659-D944-48BA-AF95-0A82F19A4F4A}" destId="{A6CA7A32-71D2-48BF-9B0B-3FC08D36A58F}" srcOrd="1" destOrd="0" presId="urn:microsoft.com/office/officeart/2005/8/layout/hierarchy6"/>
    <dgm:cxn modelId="{19912219-2B53-421B-9BAD-5F6465D0E530}" type="presParOf" srcId="{A6CA7A32-71D2-48BF-9B0B-3FC08D36A58F}" destId="{4D703932-6057-4E94-89EB-C48DA43C37AE}" srcOrd="0" destOrd="0" presId="urn:microsoft.com/office/officeart/2005/8/layout/hierarchy6"/>
    <dgm:cxn modelId="{A578AC0F-C0DF-4A37-891A-660E7691FAF6}" type="presParOf" srcId="{A6CA7A32-71D2-48BF-9B0B-3FC08D36A58F}" destId="{FFC46E83-EE5F-4F47-8BFD-48451CA99371}" srcOrd="1" destOrd="0" presId="urn:microsoft.com/office/officeart/2005/8/layout/hierarchy6"/>
    <dgm:cxn modelId="{52265292-2D90-4E7B-ADAC-C4F773518EBC}" type="presParOf" srcId="{FFC46E83-EE5F-4F47-8BFD-48451CA99371}" destId="{D2095508-F5DA-4765-84D9-D02891A51645}" srcOrd="0" destOrd="0" presId="urn:microsoft.com/office/officeart/2005/8/layout/hierarchy6"/>
    <dgm:cxn modelId="{22FB5A07-D90D-47B7-939C-321180645502}" type="presParOf" srcId="{FFC46E83-EE5F-4F47-8BFD-48451CA99371}" destId="{FF6B0EDA-4B4E-44B3-A210-A514882BA20A}" srcOrd="1" destOrd="0" presId="urn:microsoft.com/office/officeart/2005/8/layout/hierarchy6"/>
    <dgm:cxn modelId="{BA57BE76-5FCE-4133-BB49-D0616DE70374}" type="presParOf" srcId="{DE98BF5D-9AC6-4BB1-A949-000A44EEEDBD}" destId="{C3076D39-1B16-45EF-80EB-E4EF78C545E7}" srcOrd="4" destOrd="0" presId="urn:microsoft.com/office/officeart/2005/8/layout/hierarchy6"/>
    <dgm:cxn modelId="{38663532-120D-49B4-B7BC-D024911DEA2B}" type="presParOf" srcId="{DE98BF5D-9AC6-4BB1-A949-000A44EEEDBD}" destId="{544949C1-216A-4B10-A617-574EB1E87163}" srcOrd="5" destOrd="0" presId="urn:microsoft.com/office/officeart/2005/8/layout/hierarchy6"/>
    <dgm:cxn modelId="{C6D487BE-EA36-46C3-87DB-BEE35495512B}" type="presParOf" srcId="{544949C1-216A-4B10-A617-574EB1E87163}" destId="{916AB87C-A6B1-4188-B935-5E584D4F3819}" srcOrd="0" destOrd="0" presId="urn:microsoft.com/office/officeart/2005/8/layout/hierarchy6"/>
    <dgm:cxn modelId="{BF93C526-9338-42FA-A57A-A5BF75776BC0}" type="presParOf" srcId="{544949C1-216A-4B10-A617-574EB1E87163}" destId="{178DACBA-6666-4BFD-9C49-4607160BAFDF}" srcOrd="1" destOrd="0" presId="urn:microsoft.com/office/officeart/2005/8/layout/hierarchy6"/>
    <dgm:cxn modelId="{A043B06D-DA82-4B5E-8BEA-AD5BE842F945}" type="presParOf" srcId="{DB7EA6DD-5AC6-4B8D-B164-6FF57EF8144D}" destId="{8A4457CC-CC8C-4280-B202-ED1A64CB9829}" srcOrd="1" destOrd="0" presId="urn:microsoft.com/office/officeart/2005/8/layout/hierarchy6"/>
    <dgm:cxn modelId="{CE5692F3-4B9B-4028-93A8-F212E75D3566}" type="presParOf" srcId="{8A4457CC-CC8C-4280-B202-ED1A64CB9829}" destId="{4912D40F-5827-421A-A690-CCA50E51DEA2}" srcOrd="0" destOrd="0" presId="urn:microsoft.com/office/officeart/2005/8/layout/hierarchy6"/>
    <dgm:cxn modelId="{11AFA98B-4DBD-4F65-805B-0CE940C4F9F4}" type="presParOf" srcId="{4912D40F-5827-421A-A690-CCA50E51DEA2}" destId="{202AC862-62A4-4B95-9540-A001C8AF871A}" srcOrd="0" destOrd="0" presId="urn:microsoft.com/office/officeart/2005/8/layout/hierarchy6"/>
    <dgm:cxn modelId="{34E8B04A-0B42-424A-96CF-DDA0CFB28897}" type="presParOf" srcId="{4912D40F-5827-421A-A690-CCA50E51DEA2}" destId="{0C922830-940A-4281-80C5-875F6757A84C}" srcOrd="1" destOrd="0" presId="urn:microsoft.com/office/officeart/2005/8/layout/hierarchy6"/>
    <dgm:cxn modelId="{CD4F41E8-DCEF-4FD3-8600-5BF93A36EB4A}" type="presParOf" srcId="{8A4457CC-CC8C-4280-B202-ED1A64CB9829}" destId="{BAB00FAE-1DE8-4C19-8B29-F241C2DF0B2B}" srcOrd="1" destOrd="0" presId="urn:microsoft.com/office/officeart/2005/8/layout/hierarchy6"/>
    <dgm:cxn modelId="{4826553C-22A1-4125-833E-824F7259B339}" type="presParOf" srcId="{BAB00FAE-1DE8-4C19-8B29-F241C2DF0B2B}" destId="{028B14F0-9B9E-40CD-B710-1B193E6BE4CD}" srcOrd="0" destOrd="0" presId="urn:microsoft.com/office/officeart/2005/8/layout/hierarchy6"/>
    <dgm:cxn modelId="{F736E1C4-2D9B-4CDF-9620-215B93129DBF}" type="presParOf" srcId="{8A4457CC-CC8C-4280-B202-ED1A64CB9829}" destId="{F4AF1AC9-5433-4949-A6B6-4B2331B3A29D}" srcOrd="2" destOrd="0" presId="urn:microsoft.com/office/officeart/2005/8/layout/hierarchy6"/>
    <dgm:cxn modelId="{BFE3036D-806A-4BF6-9295-404B4904BC64}" type="presParOf" srcId="{F4AF1AC9-5433-4949-A6B6-4B2331B3A29D}" destId="{928B0240-F76F-4F86-AB75-314F0AFEE8A4}" srcOrd="0" destOrd="0" presId="urn:microsoft.com/office/officeart/2005/8/layout/hierarchy6"/>
    <dgm:cxn modelId="{8134FB4F-3428-47AF-AD0F-086750DF1FCF}" type="presParOf" srcId="{F4AF1AC9-5433-4949-A6B6-4B2331B3A29D}" destId="{17E6CC97-6496-4A5A-BAA1-FD4F26DEAA5D}" srcOrd="1" destOrd="0" presId="urn:microsoft.com/office/officeart/2005/8/layout/hierarchy6"/>
    <dgm:cxn modelId="{F7EF0E22-DCA3-4686-9DDA-EE80DDC51363}" type="presParOf" srcId="{8A4457CC-CC8C-4280-B202-ED1A64CB9829}" destId="{22ADCDFF-6A23-4764-AAC4-FC5040DBE691}" srcOrd="3" destOrd="0" presId="urn:microsoft.com/office/officeart/2005/8/layout/hierarchy6"/>
    <dgm:cxn modelId="{1E1556EC-AE0A-4BBE-9D35-22B96805F894}" type="presParOf" srcId="{22ADCDFF-6A23-4764-AAC4-FC5040DBE691}" destId="{AA206098-9C7C-48E2-8734-C9BB88CB6354}" srcOrd="0" destOrd="0" presId="urn:microsoft.com/office/officeart/2005/8/layout/hierarchy6"/>
    <dgm:cxn modelId="{2B29671A-EED5-407B-B5CE-2CA65B23F192}" type="presParOf" srcId="{8A4457CC-CC8C-4280-B202-ED1A64CB9829}" destId="{F4FF2D1A-772B-4E93-B85F-4402C936FB8E}" srcOrd="4" destOrd="0" presId="urn:microsoft.com/office/officeart/2005/8/layout/hierarchy6"/>
    <dgm:cxn modelId="{BFB937A9-015C-4640-B6B8-E706CE981178}" type="presParOf" srcId="{F4FF2D1A-772B-4E93-B85F-4402C936FB8E}" destId="{E8DF630E-300A-4ACE-B12B-A16F511D1122}" srcOrd="0" destOrd="0" presId="urn:microsoft.com/office/officeart/2005/8/layout/hierarchy6"/>
    <dgm:cxn modelId="{001BE4A2-9125-4EB8-A652-C40F83490B8F}" type="presParOf" srcId="{F4FF2D1A-772B-4E93-B85F-4402C936FB8E}" destId="{AFC862D0-1E20-459B-8627-3C67DE5696EA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6D356A-0554-4689-B451-F6CEFC30B806}" type="doc">
      <dgm:prSet loTypeId="urn:microsoft.com/office/officeart/2005/8/layout/cycle4" loCatId="matrix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C66AA06-81CC-40F1-9BE6-539D1DBC8392}">
      <dgm:prSet phldrT="[Text]" custT="1"/>
      <dgm:spPr/>
      <dgm:t>
        <a:bodyPr/>
        <a:lstStyle/>
        <a:p>
          <a:r>
            <a:rPr lang="en-IN" sz="800" dirty="0"/>
            <a:t>Self attention mechanism</a:t>
          </a:r>
        </a:p>
      </dgm:t>
    </dgm:pt>
    <dgm:pt modelId="{CAB4884B-19EF-4911-B317-CAE8223D6040}" type="parTrans" cxnId="{E65F696B-CAF0-452C-A650-9945CAE3D57F}">
      <dgm:prSet/>
      <dgm:spPr/>
      <dgm:t>
        <a:bodyPr/>
        <a:lstStyle/>
        <a:p>
          <a:endParaRPr lang="en-IN"/>
        </a:p>
      </dgm:t>
    </dgm:pt>
    <dgm:pt modelId="{57155D27-0A7E-4B7F-A77A-6F7F661F8187}" type="sibTrans" cxnId="{E65F696B-CAF0-452C-A650-9945CAE3D57F}">
      <dgm:prSet/>
      <dgm:spPr/>
      <dgm:t>
        <a:bodyPr/>
        <a:lstStyle/>
        <a:p>
          <a:endParaRPr lang="en-IN"/>
        </a:p>
      </dgm:t>
    </dgm:pt>
    <dgm:pt modelId="{1A6AF4CD-4BB3-41C9-9052-D35743491542}">
      <dgm:prSet phldrT="[Text]" custT="1"/>
      <dgm:spPr/>
      <dgm:t>
        <a:bodyPr/>
        <a:lstStyle/>
        <a:p>
          <a:r>
            <a:rPr lang="en-IN" sz="700" dirty="0"/>
            <a:t>Transformer-based Architecture</a:t>
          </a:r>
        </a:p>
      </dgm:t>
    </dgm:pt>
    <dgm:pt modelId="{9DD71BE0-18CF-4BD4-94C9-C8023FD85572}" type="parTrans" cxnId="{BD37ABF8-F619-4961-8554-EA4E68CD25D2}">
      <dgm:prSet/>
      <dgm:spPr/>
      <dgm:t>
        <a:bodyPr/>
        <a:lstStyle/>
        <a:p>
          <a:endParaRPr lang="en-IN"/>
        </a:p>
      </dgm:t>
    </dgm:pt>
    <dgm:pt modelId="{5A58489A-DE52-4D1D-9DC7-A966C8643182}" type="sibTrans" cxnId="{BD37ABF8-F619-4961-8554-EA4E68CD25D2}">
      <dgm:prSet/>
      <dgm:spPr/>
      <dgm:t>
        <a:bodyPr/>
        <a:lstStyle/>
        <a:p>
          <a:endParaRPr lang="en-IN"/>
        </a:p>
      </dgm:t>
    </dgm:pt>
    <dgm:pt modelId="{DCBDABF7-6B49-45FF-BCC3-9CA4E21B3569}">
      <dgm:prSet phldrT="[Text]"/>
      <dgm:spPr/>
      <dgm:t>
        <a:bodyPr/>
        <a:lstStyle/>
        <a:p>
          <a:r>
            <a:rPr lang="en-IN" dirty="0"/>
            <a:t>User Authentication</a:t>
          </a:r>
        </a:p>
      </dgm:t>
    </dgm:pt>
    <dgm:pt modelId="{FE03662B-3257-4F9C-A4BC-8F0594E5E1B1}" type="parTrans" cxnId="{53AB3D5B-F5B0-41AD-84A0-6E518CED1F37}">
      <dgm:prSet/>
      <dgm:spPr/>
      <dgm:t>
        <a:bodyPr/>
        <a:lstStyle/>
        <a:p>
          <a:endParaRPr lang="en-IN"/>
        </a:p>
      </dgm:t>
    </dgm:pt>
    <dgm:pt modelId="{1AE5E252-C380-42F5-8705-6EC6B4762697}" type="sibTrans" cxnId="{53AB3D5B-F5B0-41AD-84A0-6E518CED1F37}">
      <dgm:prSet/>
      <dgm:spPr/>
      <dgm:t>
        <a:bodyPr/>
        <a:lstStyle/>
        <a:p>
          <a:endParaRPr lang="en-IN"/>
        </a:p>
      </dgm:t>
    </dgm:pt>
    <dgm:pt modelId="{F24B8295-058C-4C9B-9570-10154C61EF23}">
      <dgm:prSet phldrT="[Text]"/>
      <dgm:spPr/>
      <dgm:t>
        <a:bodyPr/>
        <a:lstStyle/>
        <a:p>
          <a:r>
            <a:rPr lang="en-IN" dirty="0"/>
            <a:t>Using XAMPP’s MariaDB (10.4.32)</a:t>
          </a:r>
        </a:p>
      </dgm:t>
    </dgm:pt>
    <dgm:pt modelId="{3B69AC2C-0EAE-4474-B957-F78FE2A1D538}" type="parTrans" cxnId="{56DF0E8E-A976-4610-9629-10FE9F1BFF08}">
      <dgm:prSet/>
      <dgm:spPr/>
      <dgm:t>
        <a:bodyPr/>
        <a:lstStyle/>
        <a:p>
          <a:endParaRPr lang="en-IN"/>
        </a:p>
      </dgm:t>
    </dgm:pt>
    <dgm:pt modelId="{032213CC-A98E-4D74-8D2A-2934CBE05294}" type="sibTrans" cxnId="{56DF0E8E-A976-4610-9629-10FE9F1BFF08}">
      <dgm:prSet/>
      <dgm:spPr/>
      <dgm:t>
        <a:bodyPr/>
        <a:lstStyle/>
        <a:p>
          <a:endParaRPr lang="en-IN"/>
        </a:p>
      </dgm:t>
    </dgm:pt>
    <dgm:pt modelId="{B1D53610-D1BE-4F90-936C-B8F4646D895C}">
      <dgm:prSet phldrT="[Text]"/>
      <dgm:spPr/>
      <dgm:t>
        <a:bodyPr/>
        <a:lstStyle/>
        <a:p>
          <a:r>
            <a:rPr lang="en-IN" dirty="0"/>
            <a:t>Framework</a:t>
          </a:r>
        </a:p>
      </dgm:t>
    </dgm:pt>
    <dgm:pt modelId="{F58C9199-D627-48CD-A94D-63960F7B4EDF}" type="parTrans" cxnId="{4E47AEC2-1CA7-428F-8058-D64A659F4DAB}">
      <dgm:prSet/>
      <dgm:spPr/>
      <dgm:t>
        <a:bodyPr/>
        <a:lstStyle/>
        <a:p>
          <a:endParaRPr lang="en-IN"/>
        </a:p>
      </dgm:t>
    </dgm:pt>
    <dgm:pt modelId="{9282FD6E-4254-4B73-81BA-F5DA9D2D420D}" type="sibTrans" cxnId="{4E47AEC2-1CA7-428F-8058-D64A659F4DAB}">
      <dgm:prSet/>
      <dgm:spPr/>
      <dgm:t>
        <a:bodyPr/>
        <a:lstStyle/>
        <a:p>
          <a:endParaRPr lang="en-IN"/>
        </a:p>
      </dgm:t>
    </dgm:pt>
    <dgm:pt modelId="{1EA0F0F1-8DB2-4BE3-81A6-EF6CDF9C1AD1}">
      <dgm:prSet phldrT="[Text]" custT="1"/>
      <dgm:spPr/>
      <dgm:t>
        <a:bodyPr/>
        <a:lstStyle/>
        <a:p>
          <a:r>
            <a:rPr lang="en-IN" sz="700" dirty="0"/>
            <a:t>Django Framework (4.1.13)</a:t>
          </a:r>
        </a:p>
      </dgm:t>
    </dgm:pt>
    <dgm:pt modelId="{6EA03AE2-5DB2-4FD4-92E5-8EAC63B9B8FB}" type="parTrans" cxnId="{DE565CFC-210A-4509-A6D8-8C773587DAEE}">
      <dgm:prSet/>
      <dgm:spPr/>
      <dgm:t>
        <a:bodyPr/>
        <a:lstStyle/>
        <a:p>
          <a:endParaRPr lang="en-IN"/>
        </a:p>
      </dgm:t>
    </dgm:pt>
    <dgm:pt modelId="{0AEC9157-DD1B-4DD7-BA88-43E7856A514F}" type="sibTrans" cxnId="{DE565CFC-210A-4509-A6D8-8C773587DAEE}">
      <dgm:prSet/>
      <dgm:spPr/>
      <dgm:t>
        <a:bodyPr/>
        <a:lstStyle/>
        <a:p>
          <a:endParaRPr lang="en-IN"/>
        </a:p>
      </dgm:t>
    </dgm:pt>
    <dgm:pt modelId="{A67D94C5-BD50-4C8C-8D6C-9422B8528C27}">
      <dgm:prSet phldrT="[Text]"/>
      <dgm:spPr/>
      <dgm:t>
        <a:bodyPr/>
        <a:lstStyle/>
        <a:p>
          <a:r>
            <a:rPr lang="en-IN" dirty="0"/>
            <a:t>Detoxify</a:t>
          </a:r>
        </a:p>
      </dgm:t>
    </dgm:pt>
    <dgm:pt modelId="{9F617506-CCFE-4FC9-8B30-16973C895D53}" type="sibTrans" cxnId="{76EC3AE7-F352-4CBF-BBAA-BD5709C9BE1D}">
      <dgm:prSet/>
      <dgm:spPr/>
      <dgm:t>
        <a:bodyPr/>
        <a:lstStyle/>
        <a:p>
          <a:endParaRPr lang="en-IN"/>
        </a:p>
      </dgm:t>
    </dgm:pt>
    <dgm:pt modelId="{B54ACBA4-A892-4869-A242-7AA21E56F425}" type="parTrans" cxnId="{76EC3AE7-F352-4CBF-BBAA-BD5709C9BE1D}">
      <dgm:prSet/>
      <dgm:spPr/>
      <dgm:t>
        <a:bodyPr/>
        <a:lstStyle/>
        <a:p>
          <a:endParaRPr lang="en-IN"/>
        </a:p>
      </dgm:t>
    </dgm:pt>
    <dgm:pt modelId="{CDB30F81-7DD3-401B-96C5-DDFA52BCEC8A}">
      <dgm:prSet phldrT="[Text]" custT="1"/>
      <dgm:spPr/>
      <dgm:t>
        <a:bodyPr/>
        <a:lstStyle/>
        <a:p>
          <a:r>
            <a:rPr lang="en-IN" sz="800" dirty="0"/>
            <a:t>Based on BERT</a:t>
          </a:r>
        </a:p>
      </dgm:t>
    </dgm:pt>
    <dgm:pt modelId="{5EA597B7-DDC6-4216-9521-217602EEA12A}" type="parTrans" cxnId="{BCD623FF-6F5E-488C-BF44-1F9B9AC8D3F3}">
      <dgm:prSet/>
      <dgm:spPr/>
      <dgm:t>
        <a:bodyPr/>
        <a:lstStyle/>
        <a:p>
          <a:endParaRPr lang="en-IN"/>
        </a:p>
      </dgm:t>
    </dgm:pt>
    <dgm:pt modelId="{8716AAD8-B93B-465B-BDD0-642F6748A907}" type="sibTrans" cxnId="{BCD623FF-6F5E-488C-BF44-1F9B9AC8D3F3}">
      <dgm:prSet/>
      <dgm:spPr/>
      <dgm:t>
        <a:bodyPr/>
        <a:lstStyle/>
        <a:p>
          <a:endParaRPr lang="en-IN"/>
        </a:p>
      </dgm:t>
    </dgm:pt>
    <dgm:pt modelId="{9BE822FA-5960-46E4-B114-1DC4BEBC07BB}">
      <dgm:prSet phldrT="[Text]" custT="1"/>
      <dgm:spPr/>
      <dgm:t>
        <a:bodyPr/>
        <a:lstStyle/>
        <a:p>
          <a:r>
            <a:rPr lang="en-IN" sz="800" dirty="0"/>
            <a:t>Loss Function</a:t>
          </a:r>
        </a:p>
      </dgm:t>
    </dgm:pt>
    <dgm:pt modelId="{C0F54BD7-CC07-46CF-803D-903B4B268823}" type="parTrans" cxnId="{A313B763-803B-45DB-8979-CA250C1675CC}">
      <dgm:prSet/>
      <dgm:spPr/>
      <dgm:t>
        <a:bodyPr/>
        <a:lstStyle/>
        <a:p>
          <a:endParaRPr lang="en-IN"/>
        </a:p>
      </dgm:t>
    </dgm:pt>
    <dgm:pt modelId="{65AA39F4-6D20-4234-89B6-B960A8805B22}" type="sibTrans" cxnId="{A313B763-803B-45DB-8979-CA250C1675CC}">
      <dgm:prSet/>
      <dgm:spPr/>
      <dgm:t>
        <a:bodyPr/>
        <a:lstStyle/>
        <a:p>
          <a:endParaRPr lang="en-IN"/>
        </a:p>
      </dgm:t>
    </dgm:pt>
    <dgm:pt modelId="{DAE55801-B150-4D13-B8A4-0B98FEB0DF75}">
      <dgm:prSet phldrT="[Text]" custT="1"/>
      <dgm:spPr/>
      <dgm:t>
        <a:bodyPr/>
        <a:lstStyle/>
        <a:p>
          <a:r>
            <a:rPr lang="en-IN" sz="800" dirty="0"/>
            <a:t>512 tokens</a:t>
          </a:r>
        </a:p>
      </dgm:t>
    </dgm:pt>
    <dgm:pt modelId="{1FD8D407-DC29-4097-98A1-E7A7F20B9A4D}" type="parTrans" cxnId="{61946159-0641-4BB4-A859-78743EF65057}">
      <dgm:prSet/>
      <dgm:spPr/>
      <dgm:t>
        <a:bodyPr/>
        <a:lstStyle/>
        <a:p>
          <a:endParaRPr lang="en-IN"/>
        </a:p>
      </dgm:t>
    </dgm:pt>
    <dgm:pt modelId="{A17163ED-64B4-4841-A1BE-3F85BB4B488F}" type="sibTrans" cxnId="{61946159-0641-4BB4-A859-78743EF65057}">
      <dgm:prSet/>
      <dgm:spPr/>
      <dgm:t>
        <a:bodyPr/>
        <a:lstStyle/>
        <a:p>
          <a:endParaRPr lang="en-IN"/>
        </a:p>
      </dgm:t>
    </dgm:pt>
    <dgm:pt modelId="{A73E6AEF-305F-429A-A4CE-56CBD51B2342}">
      <dgm:prSet phldrT="[Text]" custT="1"/>
      <dgm:spPr/>
      <dgm:t>
        <a:bodyPr/>
        <a:lstStyle/>
        <a:p>
          <a:r>
            <a:rPr lang="en-IN" sz="700" dirty="0"/>
            <a:t>Large-scale pretraining and Fine-tuning (8192 tokens)</a:t>
          </a:r>
        </a:p>
      </dgm:t>
    </dgm:pt>
    <dgm:pt modelId="{BDB5620F-F687-423A-9E59-49DC8EAC55CE}" type="parTrans" cxnId="{B270AD68-CD8E-45D4-AC9F-107FBB7F64EC}">
      <dgm:prSet/>
      <dgm:spPr/>
      <dgm:t>
        <a:bodyPr/>
        <a:lstStyle/>
        <a:p>
          <a:endParaRPr lang="en-IN"/>
        </a:p>
      </dgm:t>
    </dgm:pt>
    <dgm:pt modelId="{C1174BB7-B2B0-4AE3-9543-8A717FD1DB5B}" type="sibTrans" cxnId="{B270AD68-CD8E-45D4-AC9F-107FBB7F64EC}">
      <dgm:prSet/>
      <dgm:spPr/>
      <dgm:t>
        <a:bodyPr/>
        <a:lstStyle/>
        <a:p>
          <a:endParaRPr lang="en-IN"/>
        </a:p>
      </dgm:t>
    </dgm:pt>
    <dgm:pt modelId="{228D2C24-ABDD-431C-AF21-B9452148715A}">
      <dgm:prSet phldrT="[Text]" custT="1"/>
      <dgm:spPr/>
      <dgm:t>
        <a:bodyPr/>
        <a:lstStyle/>
        <a:p>
          <a:r>
            <a:rPr lang="en-IN" sz="700" dirty="0"/>
            <a:t>Probabilistic Generation Algorithms</a:t>
          </a:r>
        </a:p>
      </dgm:t>
    </dgm:pt>
    <dgm:pt modelId="{0FF11005-846E-49A0-99E4-6FA957D395E9}" type="parTrans" cxnId="{B7925603-4EBE-4148-B907-A49ACC283E9F}">
      <dgm:prSet/>
      <dgm:spPr/>
      <dgm:t>
        <a:bodyPr/>
        <a:lstStyle/>
        <a:p>
          <a:endParaRPr lang="en-IN"/>
        </a:p>
      </dgm:t>
    </dgm:pt>
    <dgm:pt modelId="{346801CF-9561-4D5B-9E32-AEFD4459CB45}" type="sibTrans" cxnId="{B7925603-4EBE-4148-B907-A49ACC283E9F}">
      <dgm:prSet/>
      <dgm:spPr/>
      <dgm:t>
        <a:bodyPr/>
        <a:lstStyle/>
        <a:p>
          <a:endParaRPr lang="en-IN"/>
        </a:p>
      </dgm:t>
    </dgm:pt>
    <dgm:pt modelId="{071A2F65-6B25-48E6-B7FA-CB984B2D9F1F}">
      <dgm:prSet phldrT="[Text]" custT="1"/>
      <dgm:spPr/>
      <dgm:t>
        <a:bodyPr/>
        <a:lstStyle/>
        <a:p>
          <a:r>
            <a:rPr lang="en-IN" sz="700" dirty="0"/>
            <a:t>Using Django’s Front-End Development Interface (static, templates) by inhibiting HTML, CSS, JavaScript (AJAX)</a:t>
          </a:r>
        </a:p>
      </dgm:t>
    </dgm:pt>
    <dgm:pt modelId="{D5ECA87B-3900-4191-948E-FF3AFF3A3FC5}" type="parTrans" cxnId="{E1FC0F3B-3771-4A63-9DF4-A41B27D6E396}">
      <dgm:prSet/>
      <dgm:spPr/>
      <dgm:t>
        <a:bodyPr/>
        <a:lstStyle/>
        <a:p>
          <a:endParaRPr lang="en-IN"/>
        </a:p>
      </dgm:t>
    </dgm:pt>
    <dgm:pt modelId="{29F12D2F-C731-4A38-AF8C-53F8CE766F27}" type="sibTrans" cxnId="{E1FC0F3B-3771-4A63-9DF4-A41B27D6E396}">
      <dgm:prSet/>
      <dgm:spPr/>
      <dgm:t>
        <a:bodyPr/>
        <a:lstStyle/>
        <a:p>
          <a:endParaRPr lang="en-IN"/>
        </a:p>
      </dgm:t>
    </dgm:pt>
    <dgm:pt modelId="{A8FABC43-5C5B-40B1-AA5A-7C828CC973A2}">
      <dgm:prSet phldrT="[Text]" custT="1"/>
      <dgm:spPr/>
      <dgm:t>
        <a:bodyPr/>
        <a:lstStyle/>
        <a:p>
          <a:r>
            <a:rPr lang="en-IN" sz="700" dirty="0"/>
            <a:t>Using Django’s Backend Interface (views.py) to inhibit the detection and rephrasing logic</a:t>
          </a:r>
        </a:p>
      </dgm:t>
    </dgm:pt>
    <dgm:pt modelId="{876BEC2C-95E5-4E92-8604-5C5926C103F5}" type="parTrans" cxnId="{DCC0B43F-8775-468D-82C9-96EF8A340C68}">
      <dgm:prSet/>
      <dgm:spPr/>
      <dgm:t>
        <a:bodyPr/>
        <a:lstStyle/>
        <a:p>
          <a:endParaRPr lang="en-IN"/>
        </a:p>
      </dgm:t>
    </dgm:pt>
    <dgm:pt modelId="{61D9FACC-F20B-4D40-BB52-5F6E87C1AE17}" type="sibTrans" cxnId="{DCC0B43F-8775-468D-82C9-96EF8A340C68}">
      <dgm:prSet/>
      <dgm:spPr/>
      <dgm:t>
        <a:bodyPr/>
        <a:lstStyle/>
        <a:p>
          <a:endParaRPr lang="en-IN"/>
        </a:p>
      </dgm:t>
    </dgm:pt>
    <dgm:pt modelId="{A4EAA3F0-158B-46D5-83E1-012E09A37303}">
      <dgm:prSet phldrT="[Text]"/>
      <dgm:spPr/>
      <dgm:t>
        <a:bodyPr/>
        <a:lstStyle/>
        <a:p>
          <a:r>
            <a:rPr lang="en-IN" dirty="0"/>
            <a:t>Using Django’s settings.py to configure the databases </a:t>
          </a:r>
        </a:p>
      </dgm:t>
    </dgm:pt>
    <dgm:pt modelId="{9A6866BD-FF4D-4CB7-B69E-7AF4560237B7}" type="parTrans" cxnId="{6AAE9155-D878-4E13-8CB6-BF7BE2A61738}">
      <dgm:prSet/>
      <dgm:spPr/>
      <dgm:t>
        <a:bodyPr/>
        <a:lstStyle/>
        <a:p>
          <a:endParaRPr lang="en-IN"/>
        </a:p>
      </dgm:t>
    </dgm:pt>
    <dgm:pt modelId="{38D9E11C-FD8A-4B0C-8AB6-FB2E911878D3}" type="sibTrans" cxnId="{6AAE9155-D878-4E13-8CB6-BF7BE2A61738}">
      <dgm:prSet/>
      <dgm:spPr/>
      <dgm:t>
        <a:bodyPr/>
        <a:lstStyle/>
        <a:p>
          <a:endParaRPr lang="en-IN"/>
        </a:p>
      </dgm:t>
    </dgm:pt>
    <dgm:pt modelId="{7D44CC72-6A55-4AD9-942E-0B29D1EAB5B6}">
      <dgm:prSet phldrT="[Text]"/>
      <dgm:spPr/>
      <dgm:t>
        <a:bodyPr/>
        <a:lstStyle/>
        <a:p>
          <a:r>
            <a:rPr lang="en-IN" dirty="0"/>
            <a:t>Using Django’s migrations to create tables and authentication</a:t>
          </a:r>
        </a:p>
      </dgm:t>
    </dgm:pt>
    <dgm:pt modelId="{634D6BEF-6BE0-4991-99D0-13E4E49F47B5}" type="parTrans" cxnId="{B7088B10-8EFA-4A96-9C58-FE45CE41069A}">
      <dgm:prSet/>
      <dgm:spPr/>
      <dgm:t>
        <a:bodyPr/>
        <a:lstStyle/>
        <a:p>
          <a:endParaRPr lang="en-IN"/>
        </a:p>
      </dgm:t>
    </dgm:pt>
    <dgm:pt modelId="{BCCE79A5-5016-4167-B493-4A99E53B2B47}" type="sibTrans" cxnId="{B7088B10-8EFA-4A96-9C58-FE45CE41069A}">
      <dgm:prSet/>
      <dgm:spPr/>
      <dgm:t>
        <a:bodyPr/>
        <a:lstStyle/>
        <a:p>
          <a:endParaRPr lang="en-IN"/>
        </a:p>
      </dgm:t>
    </dgm:pt>
    <dgm:pt modelId="{EA2B63BE-E405-405A-9AE1-A4049EDBFE23}">
      <dgm:prSet phldrT="[Text]"/>
      <dgm:spPr/>
      <dgm:t>
        <a:bodyPr/>
        <a:lstStyle/>
        <a:p>
          <a:r>
            <a:rPr lang="en-IN" dirty="0"/>
            <a:t>Using JWT Encoding Algorithm for the password</a:t>
          </a:r>
        </a:p>
      </dgm:t>
    </dgm:pt>
    <dgm:pt modelId="{1F6DD94B-5088-487E-BAAF-8BB43E363B9F}" type="parTrans" cxnId="{58FB9264-DA7E-4CAE-84D8-00F02B1B65AB}">
      <dgm:prSet/>
      <dgm:spPr/>
      <dgm:t>
        <a:bodyPr/>
        <a:lstStyle/>
        <a:p>
          <a:endParaRPr lang="en-IN"/>
        </a:p>
      </dgm:t>
    </dgm:pt>
    <dgm:pt modelId="{37A2C2E5-FDDA-4B5A-9813-5D51F730D269}" type="sibTrans" cxnId="{58FB9264-DA7E-4CAE-84D8-00F02B1B65AB}">
      <dgm:prSet/>
      <dgm:spPr/>
      <dgm:t>
        <a:bodyPr/>
        <a:lstStyle/>
        <a:p>
          <a:endParaRPr lang="en-IN"/>
        </a:p>
      </dgm:t>
    </dgm:pt>
    <dgm:pt modelId="{928D9F62-997A-4BF1-AAB6-411D33386A4E}">
      <dgm:prSet phldrT="[Text]" custT="1"/>
      <dgm:spPr/>
      <dgm:t>
        <a:bodyPr/>
        <a:lstStyle/>
        <a:p>
          <a:r>
            <a:rPr lang="en-IN" sz="800" dirty="0"/>
            <a:t>6 categories</a:t>
          </a:r>
        </a:p>
      </dgm:t>
    </dgm:pt>
    <dgm:pt modelId="{854EE00C-93D2-409B-95C0-DE868D006FA5}" type="parTrans" cxnId="{B9A04D43-C442-4B4E-853A-D9C98213811D}">
      <dgm:prSet/>
      <dgm:spPr/>
      <dgm:t>
        <a:bodyPr/>
        <a:lstStyle/>
        <a:p>
          <a:endParaRPr lang="en-IN"/>
        </a:p>
      </dgm:t>
    </dgm:pt>
    <dgm:pt modelId="{BFB2EE1B-B606-42EC-AE69-A93A3551E0DE}" type="sibTrans" cxnId="{B9A04D43-C442-4B4E-853A-D9C98213811D}">
      <dgm:prSet/>
      <dgm:spPr/>
      <dgm:t>
        <a:bodyPr/>
        <a:lstStyle/>
        <a:p>
          <a:endParaRPr lang="en-IN"/>
        </a:p>
      </dgm:t>
    </dgm:pt>
    <dgm:pt modelId="{5A0DB844-EB04-43B9-9E1D-AA8F7B5358B3}">
      <dgm:prSet phldrT="[Text]"/>
      <dgm:spPr/>
      <dgm:t>
        <a:bodyPr/>
        <a:lstStyle/>
        <a:p>
          <a:r>
            <a:rPr lang="en-IN" dirty="0"/>
            <a:t>OpenAI GPT 4</a:t>
          </a:r>
        </a:p>
      </dgm:t>
    </dgm:pt>
    <dgm:pt modelId="{3F424F5E-B9AD-4978-8799-4F4424C5171E}" type="sibTrans" cxnId="{59FEE146-0E51-4638-9919-541351B75BA4}">
      <dgm:prSet/>
      <dgm:spPr/>
      <dgm:t>
        <a:bodyPr/>
        <a:lstStyle/>
        <a:p>
          <a:endParaRPr lang="en-IN"/>
        </a:p>
      </dgm:t>
    </dgm:pt>
    <dgm:pt modelId="{8030952C-B238-4E49-9D30-1E5CB3C45D05}" type="parTrans" cxnId="{59FEE146-0E51-4638-9919-541351B75BA4}">
      <dgm:prSet/>
      <dgm:spPr/>
      <dgm:t>
        <a:bodyPr/>
        <a:lstStyle/>
        <a:p>
          <a:endParaRPr lang="en-IN"/>
        </a:p>
      </dgm:t>
    </dgm:pt>
    <dgm:pt modelId="{C42223F1-65CF-46C3-8F15-19868813A33B}" type="pres">
      <dgm:prSet presAssocID="{DC6D356A-0554-4689-B451-F6CEFC30B806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A50E2719-4B2A-4705-B2E4-51518796C3F0}" type="pres">
      <dgm:prSet presAssocID="{DC6D356A-0554-4689-B451-F6CEFC30B806}" presName="children" presStyleCnt="0"/>
      <dgm:spPr/>
    </dgm:pt>
    <dgm:pt modelId="{DC5EA9B2-A651-4301-87B9-B749A7E05F13}" type="pres">
      <dgm:prSet presAssocID="{DC6D356A-0554-4689-B451-F6CEFC30B806}" presName="child1group" presStyleCnt="0"/>
      <dgm:spPr/>
    </dgm:pt>
    <dgm:pt modelId="{545CDB2B-FBE3-4802-88DD-93C462989804}" type="pres">
      <dgm:prSet presAssocID="{DC6D356A-0554-4689-B451-F6CEFC30B806}" presName="child1" presStyleLbl="bgAcc1" presStyleIdx="0" presStyleCnt="4" custScaleX="110606" custScaleY="135740" custLinFactNeighborX="-17849" custLinFactNeighborY="28899"/>
      <dgm:spPr/>
    </dgm:pt>
    <dgm:pt modelId="{B56BF0DA-19A9-4949-A367-E2945D490E9A}" type="pres">
      <dgm:prSet presAssocID="{DC6D356A-0554-4689-B451-F6CEFC30B806}" presName="child1Text" presStyleLbl="bgAcc1" presStyleIdx="0" presStyleCnt="4">
        <dgm:presLayoutVars>
          <dgm:bulletEnabled val="1"/>
        </dgm:presLayoutVars>
      </dgm:prSet>
      <dgm:spPr/>
    </dgm:pt>
    <dgm:pt modelId="{0E9892BD-57E4-433E-948C-FEA8D29803D6}" type="pres">
      <dgm:prSet presAssocID="{DC6D356A-0554-4689-B451-F6CEFC30B806}" presName="child2group" presStyleCnt="0"/>
      <dgm:spPr/>
    </dgm:pt>
    <dgm:pt modelId="{681B8D4B-9B36-4798-A3B7-EAED43CF7D50}" type="pres">
      <dgm:prSet presAssocID="{DC6D356A-0554-4689-B451-F6CEFC30B806}" presName="child2" presStyleLbl="bgAcc1" presStyleIdx="1" presStyleCnt="4" custScaleX="119663" custScaleY="121040" custLinFactNeighborX="24303" custLinFactNeighborY="27333"/>
      <dgm:spPr/>
    </dgm:pt>
    <dgm:pt modelId="{EC6037D3-0A2F-479B-8887-989FD7133CEF}" type="pres">
      <dgm:prSet presAssocID="{DC6D356A-0554-4689-B451-F6CEFC30B806}" presName="child2Text" presStyleLbl="bgAcc1" presStyleIdx="1" presStyleCnt="4">
        <dgm:presLayoutVars>
          <dgm:bulletEnabled val="1"/>
        </dgm:presLayoutVars>
      </dgm:prSet>
      <dgm:spPr/>
    </dgm:pt>
    <dgm:pt modelId="{AE7190CA-7902-4423-B764-05E6793DE263}" type="pres">
      <dgm:prSet presAssocID="{DC6D356A-0554-4689-B451-F6CEFC30B806}" presName="child3group" presStyleCnt="0"/>
      <dgm:spPr/>
    </dgm:pt>
    <dgm:pt modelId="{9EEA6B9F-2E71-4400-967B-446E1643D806}" type="pres">
      <dgm:prSet presAssocID="{DC6D356A-0554-4689-B451-F6CEFC30B806}" presName="child3" presStyleLbl="bgAcc1" presStyleIdx="2" presStyleCnt="4" custScaleX="128568" custScaleY="159608" custLinFactNeighborX="29802" custLinFactNeighborY="-16723"/>
      <dgm:spPr/>
    </dgm:pt>
    <dgm:pt modelId="{2A8016B6-3809-4ED1-AC10-AFD114A1C6C0}" type="pres">
      <dgm:prSet presAssocID="{DC6D356A-0554-4689-B451-F6CEFC30B806}" presName="child3Text" presStyleLbl="bgAcc1" presStyleIdx="2" presStyleCnt="4">
        <dgm:presLayoutVars>
          <dgm:bulletEnabled val="1"/>
        </dgm:presLayoutVars>
      </dgm:prSet>
      <dgm:spPr/>
    </dgm:pt>
    <dgm:pt modelId="{05237ADA-7533-4166-B613-754B5C599679}" type="pres">
      <dgm:prSet presAssocID="{DC6D356A-0554-4689-B451-F6CEFC30B806}" presName="child4group" presStyleCnt="0"/>
      <dgm:spPr/>
    </dgm:pt>
    <dgm:pt modelId="{FABBDBDB-C46F-4344-8949-25865B86E6DC}" type="pres">
      <dgm:prSet presAssocID="{DC6D356A-0554-4689-B451-F6CEFC30B806}" presName="child4" presStyleLbl="bgAcc1" presStyleIdx="3" presStyleCnt="4" custScaleX="116877" custScaleY="151495" custLinFactNeighborX="-15500" custLinFactNeighborY="-19133"/>
      <dgm:spPr/>
    </dgm:pt>
    <dgm:pt modelId="{3A0569D5-46F0-4A06-92BC-E9D67622517D}" type="pres">
      <dgm:prSet presAssocID="{DC6D356A-0554-4689-B451-F6CEFC30B806}" presName="child4Text" presStyleLbl="bgAcc1" presStyleIdx="3" presStyleCnt="4">
        <dgm:presLayoutVars>
          <dgm:bulletEnabled val="1"/>
        </dgm:presLayoutVars>
      </dgm:prSet>
      <dgm:spPr/>
    </dgm:pt>
    <dgm:pt modelId="{520A30D7-3057-4A2C-A013-EEF9E230ECDD}" type="pres">
      <dgm:prSet presAssocID="{DC6D356A-0554-4689-B451-F6CEFC30B806}" presName="childPlaceholder" presStyleCnt="0"/>
      <dgm:spPr/>
    </dgm:pt>
    <dgm:pt modelId="{9F96463E-0E25-45D2-897E-BC6617D0417C}" type="pres">
      <dgm:prSet presAssocID="{DC6D356A-0554-4689-B451-F6CEFC30B806}" presName="circle" presStyleCnt="0"/>
      <dgm:spPr/>
    </dgm:pt>
    <dgm:pt modelId="{18694E5D-1031-41E1-A431-52C1662F008E}" type="pres">
      <dgm:prSet presAssocID="{DC6D356A-0554-4689-B451-F6CEFC30B806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8893039C-FD37-4657-B7D0-C4E38CCD778D}" type="pres">
      <dgm:prSet presAssocID="{DC6D356A-0554-4689-B451-F6CEFC30B806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524A07CA-9DD7-4089-8B77-8CF9555D7489}" type="pres">
      <dgm:prSet presAssocID="{DC6D356A-0554-4689-B451-F6CEFC30B806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006DCE22-7C8F-4B1A-B45D-8FFFA813A121}" type="pres">
      <dgm:prSet presAssocID="{DC6D356A-0554-4689-B451-F6CEFC30B806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9B04DDCC-4718-46D3-AFD2-55860C5AC54D}" type="pres">
      <dgm:prSet presAssocID="{DC6D356A-0554-4689-B451-F6CEFC30B806}" presName="quadrantPlaceholder" presStyleCnt="0"/>
      <dgm:spPr/>
    </dgm:pt>
    <dgm:pt modelId="{0F5D112F-F49F-45BD-9FAC-2FA14B467F9E}" type="pres">
      <dgm:prSet presAssocID="{DC6D356A-0554-4689-B451-F6CEFC30B806}" presName="center1" presStyleLbl="fgShp" presStyleIdx="0" presStyleCnt="2"/>
      <dgm:spPr/>
    </dgm:pt>
    <dgm:pt modelId="{3902829C-5209-49C2-8B0B-925AAFE6F883}" type="pres">
      <dgm:prSet presAssocID="{DC6D356A-0554-4689-B451-F6CEFC30B806}" presName="center2" presStyleLbl="fgShp" presStyleIdx="1" presStyleCnt="2"/>
      <dgm:spPr/>
    </dgm:pt>
  </dgm:ptLst>
  <dgm:cxnLst>
    <dgm:cxn modelId="{B7925603-4EBE-4148-B907-A49ACC283E9F}" srcId="{5A0DB844-EB04-43B9-9E1D-AA8F7B5358B3}" destId="{228D2C24-ABDD-431C-AF21-B9452148715A}" srcOrd="2" destOrd="0" parTransId="{0FF11005-846E-49A0-99E4-6FA957D395E9}" sibTransId="{346801CF-9561-4D5B-9E32-AEFD4459CB45}"/>
    <dgm:cxn modelId="{0D81EE08-FB7C-42B7-8F07-A2109D5E5105}" type="presOf" srcId="{CDB30F81-7DD3-401B-96C5-DDFA52BCEC8A}" destId="{545CDB2B-FBE3-4802-88DD-93C462989804}" srcOrd="0" destOrd="1" presId="urn:microsoft.com/office/officeart/2005/8/layout/cycle4"/>
    <dgm:cxn modelId="{99E0E40D-1071-4ABF-821C-3DC666478D26}" type="presOf" srcId="{A8FABC43-5C5B-40B1-AA5A-7C828CC973A2}" destId="{3A0569D5-46F0-4A06-92BC-E9D67622517D}" srcOrd="1" destOrd="2" presId="urn:microsoft.com/office/officeart/2005/8/layout/cycle4"/>
    <dgm:cxn modelId="{0EC1D60F-C9D6-437F-98D7-ECC47B420A06}" type="presOf" srcId="{071A2F65-6B25-48E6-B7FA-CB984B2D9F1F}" destId="{3A0569D5-46F0-4A06-92BC-E9D67622517D}" srcOrd="1" destOrd="1" presId="urn:microsoft.com/office/officeart/2005/8/layout/cycle4"/>
    <dgm:cxn modelId="{B7088B10-8EFA-4A96-9C58-FE45CE41069A}" srcId="{DCBDABF7-6B49-45FF-BCC3-9CA4E21B3569}" destId="{7D44CC72-6A55-4AD9-942E-0B29D1EAB5B6}" srcOrd="2" destOrd="0" parTransId="{634D6BEF-6BE0-4991-99D0-13E4E49F47B5}" sibTransId="{BCCE79A5-5016-4167-B493-4A99E53B2B47}"/>
    <dgm:cxn modelId="{690E8618-AD4C-428D-A0F0-E6FC48CB727B}" type="presOf" srcId="{5A0DB844-EB04-43B9-9E1D-AA8F7B5358B3}" destId="{8893039C-FD37-4657-B7D0-C4E38CCD778D}" srcOrd="0" destOrd="0" presId="urn:microsoft.com/office/officeart/2005/8/layout/cycle4"/>
    <dgm:cxn modelId="{B1DEFB22-3BD2-43F7-B795-366D681774CA}" type="presOf" srcId="{1EA0F0F1-8DB2-4BE3-81A6-EF6CDF9C1AD1}" destId="{FABBDBDB-C46F-4344-8949-25865B86E6DC}" srcOrd="0" destOrd="0" presId="urn:microsoft.com/office/officeart/2005/8/layout/cycle4"/>
    <dgm:cxn modelId="{A7D7FE31-25AF-4639-ACAA-3CE389BE9C21}" type="presOf" srcId="{EA2B63BE-E405-405A-9AE1-A4049EDBFE23}" destId="{9EEA6B9F-2E71-4400-967B-446E1643D806}" srcOrd="0" destOrd="3" presId="urn:microsoft.com/office/officeart/2005/8/layout/cycle4"/>
    <dgm:cxn modelId="{A98E0532-F11E-4097-B1A6-DF271A204B5E}" type="presOf" srcId="{928D9F62-997A-4BF1-AAB6-411D33386A4E}" destId="{545CDB2B-FBE3-4802-88DD-93C462989804}" srcOrd="0" destOrd="4" presId="urn:microsoft.com/office/officeart/2005/8/layout/cycle4"/>
    <dgm:cxn modelId="{05C4553A-00E2-4101-9933-664B84FA0435}" type="presOf" srcId="{F24B8295-058C-4C9B-9570-10154C61EF23}" destId="{9EEA6B9F-2E71-4400-967B-446E1643D806}" srcOrd="0" destOrd="0" presId="urn:microsoft.com/office/officeart/2005/8/layout/cycle4"/>
    <dgm:cxn modelId="{E1FC0F3B-3771-4A63-9DF4-A41B27D6E396}" srcId="{B1D53610-D1BE-4F90-936C-B8F4646D895C}" destId="{071A2F65-6B25-48E6-B7FA-CB984B2D9F1F}" srcOrd="1" destOrd="0" parTransId="{D5ECA87B-3900-4191-948E-FF3AFF3A3FC5}" sibTransId="{29F12D2F-C731-4A38-AF8C-53F8CE766F27}"/>
    <dgm:cxn modelId="{DCC0B43F-8775-468D-82C9-96EF8A340C68}" srcId="{B1D53610-D1BE-4F90-936C-B8F4646D895C}" destId="{A8FABC43-5C5B-40B1-AA5A-7C828CC973A2}" srcOrd="2" destOrd="0" parTransId="{876BEC2C-95E5-4E92-8604-5C5926C103F5}" sibTransId="{61D9FACC-F20B-4D40-BB52-5F6E87C1AE17}"/>
    <dgm:cxn modelId="{F2E12A40-73CD-4A51-9038-75D3FF2CC4A1}" type="presOf" srcId="{F24B8295-058C-4C9B-9570-10154C61EF23}" destId="{2A8016B6-3809-4ED1-AC10-AFD114A1C6C0}" srcOrd="1" destOrd="0" presId="urn:microsoft.com/office/officeart/2005/8/layout/cycle4"/>
    <dgm:cxn modelId="{53AB3D5B-F5B0-41AD-84A0-6E518CED1F37}" srcId="{DC6D356A-0554-4689-B451-F6CEFC30B806}" destId="{DCBDABF7-6B49-45FF-BCC3-9CA4E21B3569}" srcOrd="2" destOrd="0" parTransId="{FE03662B-3257-4F9C-A4BC-8F0594E5E1B1}" sibTransId="{1AE5E252-C380-42F5-8705-6EC6B4762697}"/>
    <dgm:cxn modelId="{1E51895F-1FFD-4F2D-86D1-E872F24A4FF5}" type="presOf" srcId="{7D44CC72-6A55-4AD9-942E-0B29D1EAB5B6}" destId="{9EEA6B9F-2E71-4400-967B-446E1643D806}" srcOrd="0" destOrd="2" presId="urn:microsoft.com/office/officeart/2005/8/layout/cycle4"/>
    <dgm:cxn modelId="{B9A04D43-C442-4B4E-853A-D9C98213811D}" srcId="{A67D94C5-BD50-4C8C-8D6C-9422B8528C27}" destId="{928D9F62-997A-4BF1-AAB6-411D33386A4E}" srcOrd="4" destOrd="0" parTransId="{854EE00C-93D2-409B-95C0-DE868D006FA5}" sibTransId="{BFB2EE1B-B606-42EC-AE69-A93A3551E0DE}"/>
    <dgm:cxn modelId="{66178F43-CF0C-4A7A-B5EC-754250A9DFD3}" type="presOf" srcId="{A4EAA3F0-158B-46D5-83E1-012E09A37303}" destId="{2A8016B6-3809-4ED1-AC10-AFD114A1C6C0}" srcOrd="1" destOrd="1" presId="urn:microsoft.com/office/officeart/2005/8/layout/cycle4"/>
    <dgm:cxn modelId="{A313B763-803B-45DB-8979-CA250C1675CC}" srcId="{A67D94C5-BD50-4C8C-8D6C-9422B8528C27}" destId="{9BE822FA-5960-46E4-B114-1DC4BEBC07BB}" srcOrd="2" destOrd="0" parTransId="{C0F54BD7-CC07-46CF-803D-903B4B268823}" sibTransId="{65AA39F4-6D20-4234-89B6-B960A8805B22}"/>
    <dgm:cxn modelId="{58FB9264-DA7E-4CAE-84D8-00F02B1B65AB}" srcId="{DCBDABF7-6B49-45FF-BCC3-9CA4E21B3569}" destId="{EA2B63BE-E405-405A-9AE1-A4049EDBFE23}" srcOrd="3" destOrd="0" parTransId="{1F6DD94B-5088-487E-BAAF-8BB43E363B9F}" sibTransId="{37A2C2E5-FDDA-4B5A-9813-5D51F730D269}"/>
    <dgm:cxn modelId="{59FEE146-0E51-4638-9919-541351B75BA4}" srcId="{DC6D356A-0554-4689-B451-F6CEFC30B806}" destId="{5A0DB844-EB04-43B9-9E1D-AA8F7B5358B3}" srcOrd="1" destOrd="0" parTransId="{8030952C-B238-4E49-9D30-1E5CB3C45D05}" sibTransId="{3F424F5E-B9AD-4978-8799-4F4424C5171E}"/>
    <dgm:cxn modelId="{B270AD68-CD8E-45D4-AC9F-107FBB7F64EC}" srcId="{5A0DB844-EB04-43B9-9E1D-AA8F7B5358B3}" destId="{A73E6AEF-305F-429A-A4CE-56CBD51B2342}" srcOrd="1" destOrd="0" parTransId="{BDB5620F-F687-423A-9E59-49DC8EAC55CE}" sibTransId="{C1174BB7-B2B0-4AE3-9543-8A717FD1DB5B}"/>
    <dgm:cxn modelId="{4FAD8C6A-298E-4398-BADC-45714390F276}" type="presOf" srcId="{DAE55801-B150-4D13-B8A4-0B98FEB0DF75}" destId="{B56BF0DA-19A9-4949-A367-E2945D490E9A}" srcOrd="1" destOrd="3" presId="urn:microsoft.com/office/officeart/2005/8/layout/cycle4"/>
    <dgm:cxn modelId="{E65F696B-CAF0-452C-A650-9945CAE3D57F}" srcId="{A67D94C5-BD50-4C8C-8D6C-9422B8528C27}" destId="{DC66AA06-81CC-40F1-9BE6-539D1DBC8392}" srcOrd="0" destOrd="0" parTransId="{CAB4884B-19EF-4911-B317-CAE8223D6040}" sibTransId="{57155D27-0A7E-4B7F-A77A-6F7F661F8187}"/>
    <dgm:cxn modelId="{9482BC53-41AC-4235-8B83-CC3B7CF3F365}" type="presOf" srcId="{EA2B63BE-E405-405A-9AE1-A4049EDBFE23}" destId="{2A8016B6-3809-4ED1-AC10-AFD114A1C6C0}" srcOrd="1" destOrd="3" presId="urn:microsoft.com/office/officeart/2005/8/layout/cycle4"/>
    <dgm:cxn modelId="{49410074-0999-49BA-AF00-1CEFAF84B8ED}" type="presOf" srcId="{DC66AA06-81CC-40F1-9BE6-539D1DBC8392}" destId="{B56BF0DA-19A9-4949-A367-E2945D490E9A}" srcOrd="1" destOrd="0" presId="urn:microsoft.com/office/officeart/2005/8/layout/cycle4"/>
    <dgm:cxn modelId="{6AAE9155-D878-4E13-8CB6-BF7BE2A61738}" srcId="{DCBDABF7-6B49-45FF-BCC3-9CA4E21B3569}" destId="{A4EAA3F0-158B-46D5-83E1-012E09A37303}" srcOrd="1" destOrd="0" parTransId="{9A6866BD-FF4D-4CB7-B69E-7AF4560237B7}" sibTransId="{38D9E11C-FD8A-4B0C-8AB6-FB2E911878D3}"/>
    <dgm:cxn modelId="{61946159-0641-4BB4-A859-78743EF65057}" srcId="{A67D94C5-BD50-4C8C-8D6C-9422B8528C27}" destId="{DAE55801-B150-4D13-B8A4-0B98FEB0DF75}" srcOrd="3" destOrd="0" parTransId="{1FD8D407-DC29-4097-98A1-E7A7F20B9A4D}" sibTransId="{A17163ED-64B4-4841-A1BE-3F85BB4B488F}"/>
    <dgm:cxn modelId="{D82D615A-0EC4-4B27-A692-38E3D0760BBB}" type="presOf" srcId="{DCBDABF7-6B49-45FF-BCC3-9CA4E21B3569}" destId="{524A07CA-9DD7-4089-8B77-8CF9555D7489}" srcOrd="0" destOrd="0" presId="urn:microsoft.com/office/officeart/2005/8/layout/cycle4"/>
    <dgm:cxn modelId="{CC8CF27F-8592-4223-8DE2-BB9E840A5136}" type="presOf" srcId="{1A6AF4CD-4BB3-41C9-9052-D35743491542}" destId="{EC6037D3-0A2F-479B-8887-989FD7133CEF}" srcOrd="1" destOrd="0" presId="urn:microsoft.com/office/officeart/2005/8/layout/cycle4"/>
    <dgm:cxn modelId="{56DF0E8E-A976-4610-9629-10FE9F1BFF08}" srcId="{DCBDABF7-6B49-45FF-BCC3-9CA4E21B3569}" destId="{F24B8295-058C-4C9B-9570-10154C61EF23}" srcOrd="0" destOrd="0" parTransId="{3B69AC2C-0EAE-4474-B957-F78FE2A1D538}" sibTransId="{032213CC-A98E-4D74-8D2A-2934CBE05294}"/>
    <dgm:cxn modelId="{73A3858F-CEAA-4F02-8AC3-029DEE083B2C}" type="presOf" srcId="{CDB30F81-7DD3-401B-96C5-DDFA52BCEC8A}" destId="{B56BF0DA-19A9-4949-A367-E2945D490E9A}" srcOrd="1" destOrd="1" presId="urn:microsoft.com/office/officeart/2005/8/layout/cycle4"/>
    <dgm:cxn modelId="{6406DD9C-8014-46FC-9929-A0721AFEF19F}" type="presOf" srcId="{DC6D356A-0554-4689-B451-F6CEFC30B806}" destId="{C42223F1-65CF-46C3-8F15-19868813A33B}" srcOrd="0" destOrd="0" presId="urn:microsoft.com/office/officeart/2005/8/layout/cycle4"/>
    <dgm:cxn modelId="{6FF29AA0-FB72-476F-AF8B-CD19B6B49D67}" type="presOf" srcId="{B1D53610-D1BE-4F90-936C-B8F4646D895C}" destId="{006DCE22-7C8F-4B1A-B45D-8FFFA813A121}" srcOrd="0" destOrd="0" presId="urn:microsoft.com/office/officeart/2005/8/layout/cycle4"/>
    <dgm:cxn modelId="{903A80A4-241B-4249-B00F-331E0DC5F01E}" type="presOf" srcId="{A67D94C5-BD50-4C8C-8D6C-9422B8528C27}" destId="{18694E5D-1031-41E1-A431-52C1662F008E}" srcOrd="0" destOrd="0" presId="urn:microsoft.com/office/officeart/2005/8/layout/cycle4"/>
    <dgm:cxn modelId="{44E914AE-A4D9-4158-B4F2-FAA808506943}" type="presOf" srcId="{9BE822FA-5960-46E4-B114-1DC4BEBC07BB}" destId="{B56BF0DA-19A9-4949-A367-E2945D490E9A}" srcOrd="1" destOrd="2" presId="urn:microsoft.com/office/officeart/2005/8/layout/cycle4"/>
    <dgm:cxn modelId="{E2A9FFB5-8C11-4961-970A-AA9771EF6DB8}" type="presOf" srcId="{A73E6AEF-305F-429A-A4CE-56CBD51B2342}" destId="{EC6037D3-0A2F-479B-8887-989FD7133CEF}" srcOrd="1" destOrd="1" presId="urn:microsoft.com/office/officeart/2005/8/layout/cycle4"/>
    <dgm:cxn modelId="{160276BD-6094-4DCF-8304-A75B5DD6BDAD}" type="presOf" srcId="{7D44CC72-6A55-4AD9-942E-0B29D1EAB5B6}" destId="{2A8016B6-3809-4ED1-AC10-AFD114A1C6C0}" srcOrd="1" destOrd="2" presId="urn:microsoft.com/office/officeart/2005/8/layout/cycle4"/>
    <dgm:cxn modelId="{44785DBF-FD42-4C99-91C0-4CFD689AAD5D}" type="presOf" srcId="{071A2F65-6B25-48E6-B7FA-CB984B2D9F1F}" destId="{FABBDBDB-C46F-4344-8949-25865B86E6DC}" srcOrd="0" destOrd="1" presId="urn:microsoft.com/office/officeart/2005/8/layout/cycle4"/>
    <dgm:cxn modelId="{6DA568BF-81DA-49A1-A0B9-6E555D92EFD8}" type="presOf" srcId="{1EA0F0F1-8DB2-4BE3-81A6-EF6CDF9C1AD1}" destId="{3A0569D5-46F0-4A06-92BC-E9D67622517D}" srcOrd="1" destOrd="0" presId="urn:microsoft.com/office/officeart/2005/8/layout/cycle4"/>
    <dgm:cxn modelId="{4E47AEC2-1CA7-428F-8058-D64A659F4DAB}" srcId="{DC6D356A-0554-4689-B451-F6CEFC30B806}" destId="{B1D53610-D1BE-4F90-936C-B8F4646D895C}" srcOrd="3" destOrd="0" parTransId="{F58C9199-D627-48CD-A94D-63960F7B4EDF}" sibTransId="{9282FD6E-4254-4B73-81BA-F5DA9D2D420D}"/>
    <dgm:cxn modelId="{55A7DAC4-8834-4B3E-B730-9B6E085795FE}" type="presOf" srcId="{228D2C24-ABDD-431C-AF21-B9452148715A}" destId="{EC6037D3-0A2F-479B-8887-989FD7133CEF}" srcOrd="1" destOrd="2" presId="urn:microsoft.com/office/officeart/2005/8/layout/cycle4"/>
    <dgm:cxn modelId="{297A6ED3-3E82-4605-BE96-CC5F5924815F}" type="presOf" srcId="{928D9F62-997A-4BF1-AAB6-411D33386A4E}" destId="{B56BF0DA-19A9-4949-A367-E2945D490E9A}" srcOrd="1" destOrd="4" presId="urn:microsoft.com/office/officeart/2005/8/layout/cycle4"/>
    <dgm:cxn modelId="{DB1005E7-F533-4BE5-9A87-DCFFA90CB40C}" type="presOf" srcId="{228D2C24-ABDD-431C-AF21-B9452148715A}" destId="{681B8D4B-9B36-4798-A3B7-EAED43CF7D50}" srcOrd="0" destOrd="2" presId="urn:microsoft.com/office/officeart/2005/8/layout/cycle4"/>
    <dgm:cxn modelId="{76EC3AE7-F352-4CBF-BBAA-BD5709C9BE1D}" srcId="{DC6D356A-0554-4689-B451-F6CEFC30B806}" destId="{A67D94C5-BD50-4C8C-8D6C-9422B8528C27}" srcOrd="0" destOrd="0" parTransId="{B54ACBA4-A892-4869-A242-7AA21E56F425}" sibTransId="{9F617506-CCFE-4FC9-8B30-16973C895D53}"/>
    <dgm:cxn modelId="{E66449E8-FB8D-4AF8-A0A1-4B796C7446FC}" type="presOf" srcId="{DAE55801-B150-4D13-B8A4-0B98FEB0DF75}" destId="{545CDB2B-FBE3-4802-88DD-93C462989804}" srcOrd="0" destOrd="3" presId="urn:microsoft.com/office/officeart/2005/8/layout/cycle4"/>
    <dgm:cxn modelId="{E6149EEC-F441-4F1F-8ED0-197CDC2A28E2}" type="presOf" srcId="{A4EAA3F0-158B-46D5-83E1-012E09A37303}" destId="{9EEA6B9F-2E71-4400-967B-446E1643D806}" srcOrd="0" destOrd="1" presId="urn:microsoft.com/office/officeart/2005/8/layout/cycle4"/>
    <dgm:cxn modelId="{25F85DED-28F1-4EFA-88FB-524AF78ADB4B}" type="presOf" srcId="{9BE822FA-5960-46E4-B114-1DC4BEBC07BB}" destId="{545CDB2B-FBE3-4802-88DD-93C462989804}" srcOrd="0" destOrd="2" presId="urn:microsoft.com/office/officeart/2005/8/layout/cycle4"/>
    <dgm:cxn modelId="{58C935EF-30C7-4A29-B504-FA74B2B7920E}" type="presOf" srcId="{1A6AF4CD-4BB3-41C9-9052-D35743491542}" destId="{681B8D4B-9B36-4798-A3B7-EAED43CF7D50}" srcOrd="0" destOrd="0" presId="urn:microsoft.com/office/officeart/2005/8/layout/cycle4"/>
    <dgm:cxn modelId="{0D385EF1-B615-4654-9512-8728AB4CBB49}" type="presOf" srcId="{A73E6AEF-305F-429A-A4CE-56CBD51B2342}" destId="{681B8D4B-9B36-4798-A3B7-EAED43CF7D50}" srcOrd="0" destOrd="1" presId="urn:microsoft.com/office/officeart/2005/8/layout/cycle4"/>
    <dgm:cxn modelId="{0E8C90F1-57FF-4B7B-B7C9-D96368A8C42E}" type="presOf" srcId="{DC66AA06-81CC-40F1-9BE6-539D1DBC8392}" destId="{545CDB2B-FBE3-4802-88DD-93C462989804}" srcOrd="0" destOrd="0" presId="urn:microsoft.com/office/officeart/2005/8/layout/cycle4"/>
    <dgm:cxn modelId="{BD37ABF8-F619-4961-8554-EA4E68CD25D2}" srcId="{5A0DB844-EB04-43B9-9E1D-AA8F7B5358B3}" destId="{1A6AF4CD-4BB3-41C9-9052-D35743491542}" srcOrd="0" destOrd="0" parTransId="{9DD71BE0-18CF-4BD4-94C9-C8023FD85572}" sibTransId="{5A58489A-DE52-4D1D-9DC7-A966C8643182}"/>
    <dgm:cxn modelId="{DE565CFC-210A-4509-A6D8-8C773587DAEE}" srcId="{B1D53610-D1BE-4F90-936C-B8F4646D895C}" destId="{1EA0F0F1-8DB2-4BE3-81A6-EF6CDF9C1AD1}" srcOrd="0" destOrd="0" parTransId="{6EA03AE2-5DB2-4FD4-92E5-8EAC63B9B8FB}" sibTransId="{0AEC9157-DD1B-4DD7-BA88-43E7856A514F}"/>
    <dgm:cxn modelId="{20401FFF-9026-4E39-ACB0-E28D39077ABE}" type="presOf" srcId="{A8FABC43-5C5B-40B1-AA5A-7C828CC973A2}" destId="{FABBDBDB-C46F-4344-8949-25865B86E6DC}" srcOrd="0" destOrd="2" presId="urn:microsoft.com/office/officeart/2005/8/layout/cycle4"/>
    <dgm:cxn modelId="{BCD623FF-6F5E-488C-BF44-1F9B9AC8D3F3}" srcId="{A67D94C5-BD50-4C8C-8D6C-9422B8528C27}" destId="{CDB30F81-7DD3-401B-96C5-DDFA52BCEC8A}" srcOrd="1" destOrd="0" parTransId="{5EA597B7-DDC6-4216-9521-217602EEA12A}" sibTransId="{8716AAD8-B93B-465B-BDD0-642F6748A907}"/>
    <dgm:cxn modelId="{FD5E2D16-33CE-453F-8426-22E6B74593C7}" type="presParOf" srcId="{C42223F1-65CF-46C3-8F15-19868813A33B}" destId="{A50E2719-4B2A-4705-B2E4-51518796C3F0}" srcOrd="0" destOrd="0" presId="urn:microsoft.com/office/officeart/2005/8/layout/cycle4"/>
    <dgm:cxn modelId="{28903168-54D5-43F4-BBCA-3C04C4BCB692}" type="presParOf" srcId="{A50E2719-4B2A-4705-B2E4-51518796C3F0}" destId="{DC5EA9B2-A651-4301-87B9-B749A7E05F13}" srcOrd="0" destOrd="0" presId="urn:microsoft.com/office/officeart/2005/8/layout/cycle4"/>
    <dgm:cxn modelId="{F55D0EE1-E361-446E-BD47-527F14A589E6}" type="presParOf" srcId="{DC5EA9B2-A651-4301-87B9-B749A7E05F13}" destId="{545CDB2B-FBE3-4802-88DD-93C462989804}" srcOrd="0" destOrd="0" presId="urn:microsoft.com/office/officeart/2005/8/layout/cycle4"/>
    <dgm:cxn modelId="{12A2B14A-E66C-45AA-907A-C92C87F9C726}" type="presParOf" srcId="{DC5EA9B2-A651-4301-87B9-B749A7E05F13}" destId="{B56BF0DA-19A9-4949-A367-E2945D490E9A}" srcOrd="1" destOrd="0" presId="urn:microsoft.com/office/officeart/2005/8/layout/cycle4"/>
    <dgm:cxn modelId="{2EF02768-E1F9-4436-8ADE-2BA6AB9BD89C}" type="presParOf" srcId="{A50E2719-4B2A-4705-B2E4-51518796C3F0}" destId="{0E9892BD-57E4-433E-948C-FEA8D29803D6}" srcOrd="1" destOrd="0" presId="urn:microsoft.com/office/officeart/2005/8/layout/cycle4"/>
    <dgm:cxn modelId="{541B16D1-C34D-4138-96FB-909E064A4450}" type="presParOf" srcId="{0E9892BD-57E4-433E-948C-FEA8D29803D6}" destId="{681B8D4B-9B36-4798-A3B7-EAED43CF7D50}" srcOrd="0" destOrd="0" presId="urn:microsoft.com/office/officeart/2005/8/layout/cycle4"/>
    <dgm:cxn modelId="{75D6C5B7-D660-4F4F-8A71-AFA4E10ACA1B}" type="presParOf" srcId="{0E9892BD-57E4-433E-948C-FEA8D29803D6}" destId="{EC6037D3-0A2F-479B-8887-989FD7133CEF}" srcOrd="1" destOrd="0" presId="urn:microsoft.com/office/officeart/2005/8/layout/cycle4"/>
    <dgm:cxn modelId="{FF9DFB03-3542-4FC8-944E-0342FA6B8E4E}" type="presParOf" srcId="{A50E2719-4B2A-4705-B2E4-51518796C3F0}" destId="{AE7190CA-7902-4423-B764-05E6793DE263}" srcOrd="2" destOrd="0" presId="urn:microsoft.com/office/officeart/2005/8/layout/cycle4"/>
    <dgm:cxn modelId="{9A61203D-0439-4CFB-AB88-722B29AAFD55}" type="presParOf" srcId="{AE7190CA-7902-4423-B764-05E6793DE263}" destId="{9EEA6B9F-2E71-4400-967B-446E1643D806}" srcOrd="0" destOrd="0" presId="urn:microsoft.com/office/officeart/2005/8/layout/cycle4"/>
    <dgm:cxn modelId="{6AEC6573-D7F7-4F4B-9E28-B6E5651CD69B}" type="presParOf" srcId="{AE7190CA-7902-4423-B764-05E6793DE263}" destId="{2A8016B6-3809-4ED1-AC10-AFD114A1C6C0}" srcOrd="1" destOrd="0" presId="urn:microsoft.com/office/officeart/2005/8/layout/cycle4"/>
    <dgm:cxn modelId="{798BC83E-CB5C-45FC-AFF9-83181ED01BA7}" type="presParOf" srcId="{A50E2719-4B2A-4705-B2E4-51518796C3F0}" destId="{05237ADA-7533-4166-B613-754B5C599679}" srcOrd="3" destOrd="0" presId="urn:microsoft.com/office/officeart/2005/8/layout/cycle4"/>
    <dgm:cxn modelId="{BD974B85-2789-4208-A4C1-E233553204B1}" type="presParOf" srcId="{05237ADA-7533-4166-B613-754B5C599679}" destId="{FABBDBDB-C46F-4344-8949-25865B86E6DC}" srcOrd="0" destOrd="0" presId="urn:microsoft.com/office/officeart/2005/8/layout/cycle4"/>
    <dgm:cxn modelId="{1763C972-CD54-4CC9-A1FF-FBF90673DE0A}" type="presParOf" srcId="{05237ADA-7533-4166-B613-754B5C599679}" destId="{3A0569D5-46F0-4A06-92BC-E9D67622517D}" srcOrd="1" destOrd="0" presId="urn:microsoft.com/office/officeart/2005/8/layout/cycle4"/>
    <dgm:cxn modelId="{CCFE24AB-A23B-4A58-95E6-F83C3955B82C}" type="presParOf" srcId="{A50E2719-4B2A-4705-B2E4-51518796C3F0}" destId="{520A30D7-3057-4A2C-A013-EEF9E230ECDD}" srcOrd="4" destOrd="0" presId="urn:microsoft.com/office/officeart/2005/8/layout/cycle4"/>
    <dgm:cxn modelId="{1DBF2620-CCAD-4B2D-9CD5-2D321B9520D6}" type="presParOf" srcId="{C42223F1-65CF-46C3-8F15-19868813A33B}" destId="{9F96463E-0E25-45D2-897E-BC6617D0417C}" srcOrd="1" destOrd="0" presId="urn:microsoft.com/office/officeart/2005/8/layout/cycle4"/>
    <dgm:cxn modelId="{1E6B79AA-9B18-4D9F-9A0C-48265AB449CD}" type="presParOf" srcId="{9F96463E-0E25-45D2-897E-BC6617D0417C}" destId="{18694E5D-1031-41E1-A431-52C1662F008E}" srcOrd="0" destOrd="0" presId="urn:microsoft.com/office/officeart/2005/8/layout/cycle4"/>
    <dgm:cxn modelId="{BD248712-8568-4889-856B-9500947F72CB}" type="presParOf" srcId="{9F96463E-0E25-45D2-897E-BC6617D0417C}" destId="{8893039C-FD37-4657-B7D0-C4E38CCD778D}" srcOrd="1" destOrd="0" presId="urn:microsoft.com/office/officeart/2005/8/layout/cycle4"/>
    <dgm:cxn modelId="{D7B58A6F-E599-4C90-9FAE-49E44DB126DB}" type="presParOf" srcId="{9F96463E-0E25-45D2-897E-BC6617D0417C}" destId="{524A07CA-9DD7-4089-8B77-8CF9555D7489}" srcOrd="2" destOrd="0" presId="urn:microsoft.com/office/officeart/2005/8/layout/cycle4"/>
    <dgm:cxn modelId="{625D42FB-F68A-444B-97FC-AB653C4DB43F}" type="presParOf" srcId="{9F96463E-0E25-45D2-897E-BC6617D0417C}" destId="{006DCE22-7C8F-4B1A-B45D-8FFFA813A121}" srcOrd="3" destOrd="0" presId="urn:microsoft.com/office/officeart/2005/8/layout/cycle4"/>
    <dgm:cxn modelId="{328A76D6-FDC6-4BBA-9087-890616AAF115}" type="presParOf" srcId="{9F96463E-0E25-45D2-897E-BC6617D0417C}" destId="{9B04DDCC-4718-46D3-AFD2-55860C5AC54D}" srcOrd="4" destOrd="0" presId="urn:microsoft.com/office/officeart/2005/8/layout/cycle4"/>
    <dgm:cxn modelId="{5AAA685E-C73A-419E-A7DB-27BD517AC4A6}" type="presParOf" srcId="{C42223F1-65CF-46C3-8F15-19868813A33B}" destId="{0F5D112F-F49F-45BD-9FAC-2FA14B467F9E}" srcOrd="2" destOrd="0" presId="urn:microsoft.com/office/officeart/2005/8/layout/cycle4"/>
    <dgm:cxn modelId="{2EBAC2B4-E979-431F-AE0C-7E31760642C7}" type="presParOf" srcId="{C42223F1-65CF-46C3-8F15-19868813A33B}" destId="{3902829C-5209-49C2-8B0B-925AAFE6F88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1CA1765-CF54-4E69-87C4-77A1971A0665}" type="doc">
      <dgm:prSet loTypeId="urn:microsoft.com/office/officeart/2011/layout/ThemePictureAccent" loCatId="picture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BF6D802-A9AE-4EE8-AE95-830331F1149D}">
      <dgm:prSet phldrT="[Text]"/>
      <dgm:spPr/>
      <dgm:t>
        <a:bodyPr/>
        <a:lstStyle/>
        <a:p>
          <a:r>
            <a:rPr lang="en-US" dirty="0">
              <a:solidFill>
                <a:schemeClr val="bg2">
                  <a:lumMod val="50000"/>
                </a:schemeClr>
              </a:solidFill>
            </a:rPr>
            <a:t>Insult</a:t>
          </a:r>
          <a:endParaRPr lang="en-IN" dirty="0">
            <a:solidFill>
              <a:schemeClr val="bg2">
                <a:lumMod val="50000"/>
              </a:schemeClr>
            </a:solidFill>
          </a:endParaRPr>
        </a:p>
      </dgm:t>
    </dgm:pt>
    <dgm:pt modelId="{CFFBACB9-8422-4EB4-B51F-52AE0EAD48A6}" type="parTrans" cxnId="{A88E2C76-9D37-466A-96F6-BF40AA00D708}">
      <dgm:prSet/>
      <dgm:spPr/>
      <dgm:t>
        <a:bodyPr/>
        <a:lstStyle/>
        <a:p>
          <a:endParaRPr lang="en-IN"/>
        </a:p>
      </dgm:t>
    </dgm:pt>
    <dgm:pt modelId="{C936E12C-893F-49C8-BBC2-5B2457FFB774}" type="sibTrans" cxnId="{A88E2C76-9D37-466A-96F6-BF40AA00D708}">
      <dgm:prSet/>
      <dgm:spPr/>
      <dgm:t>
        <a:bodyPr/>
        <a:lstStyle/>
        <a:p>
          <a:endParaRPr lang="en-IN"/>
        </a:p>
      </dgm:t>
    </dgm:pt>
    <dgm:pt modelId="{1F4DD667-DFD2-44E6-88B5-ADFEF3D941E1}">
      <dgm:prSet phldrT="[Text]"/>
      <dgm:spPr/>
      <dgm:t>
        <a:bodyPr/>
        <a:lstStyle/>
        <a:p>
          <a:r>
            <a:rPr lang="en-US" dirty="0">
              <a:solidFill>
                <a:schemeClr val="bg2">
                  <a:lumMod val="50000"/>
                </a:schemeClr>
              </a:solidFill>
            </a:rPr>
            <a:t>Identity Attack</a:t>
          </a:r>
          <a:endParaRPr lang="en-IN" dirty="0">
            <a:solidFill>
              <a:schemeClr val="bg2">
                <a:lumMod val="50000"/>
              </a:schemeClr>
            </a:solidFill>
          </a:endParaRPr>
        </a:p>
      </dgm:t>
    </dgm:pt>
    <dgm:pt modelId="{547CE365-A0C8-4ECF-85BA-D82D2CAEF705}" type="parTrans" cxnId="{26127173-E679-49CD-AF5B-21EF1359410B}">
      <dgm:prSet/>
      <dgm:spPr/>
      <dgm:t>
        <a:bodyPr/>
        <a:lstStyle/>
        <a:p>
          <a:endParaRPr lang="en-IN"/>
        </a:p>
      </dgm:t>
    </dgm:pt>
    <dgm:pt modelId="{870266F9-108C-4ACA-9419-0C453ADC7DA0}" type="sibTrans" cxnId="{26127173-E679-49CD-AF5B-21EF1359410B}">
      <dgm:prSet/>
      <dgm:spPr/>
      <dgm:t>
        <a:bodyPr/>
        <a:lstStyle/>
        <a:p>
          <a:endParaRPr lang="en-IN"/>
        </a:p>
      </dgm:t>
    </dgm:pt>
    <dgm:pt modelId="{F90FAD87-926E-43D6-B474-55DC9B7E4F7E}">
      <dgm:prSet phldrT="[Text]"/>
      <dgm:spPr/>
      <dgm:t>
        <a:bodyPr/>
        <a:lstStyle/>
        <a:p>
          <a:r>
            <a:rPr lang="en-US" dirty="0">
              <a:solidFill>
                <a:schemeClr val="bg2">
                  <a:lumMod val="50000"/>
                </a:schemeClr>
              </a:solidFill>
            </a:rPr>
            <a:t>Insult</a:t>
          </a:r>
          <a:endParaRPr lang="en-IN" dirty="0">
            <a:solidFill>
              <a:schemeClr val="bg2">
                <a:lumMod val="50000"/>
              </a:schemeClr>
            </a:solidFill>
          </a:endParaRPr>
        </a:p>
      </dgm:t>
    </dgm:pt>
    <dgm:pt modelId="{FA3EBBEF-B866-4FF5-A581-BBED1E18A3A7}" type="parTrans" cxnId="{2360C855-DA3B-485D-BBCC-67BFE3C8FE5A}">
      <dgm:prSet/>
      <dgm:spPr/>
      <dgm:t>
        <a:bodyPr/>
        <a:lstStyle/>
        <a:p>
          <a:endParaRPr lang="en-IN"/>
        </a:p>
      </dgm:t>
    </dgm:pt>
    <dgm:pt modelId="{47B8F356-9C92-49D4-A187-FA06B1776620}" type="sibTrans" cxnId="{2360C855-DA3B-485D-BBCC-67BFE3C8FE5A}">
      <dgm:prSet/>
      <dgm:spPr/>
      <dgm:t>
        <a:bodyPr/>
        <a:lstStyle/>
        <a:p>
          <a:endParaRPr lang="en-IN"/>
        </a:p>
      </dgm:t>
    </dgm:pt>
    <dgm:pt modelId="{2FC2B03D-EC0C-477D-ADFC-217C0D834385}">
      <dgm:prSet phldrT="[Text]"/>
      <dgm:spPr/>
      <dgm:t>
        <a:bodyPr/>
        <a:lstStyle/>
        <a:p>
          <a:r>
            <a:rPr lang="en-US" dirty="0">
              <a:solidFill>
                <a:schemeClr val="bg2">
                  <a:lumMod val="50000"/>
                </a:schemeClr>
              </a:solidFill>
            </a:rPr>
            <a:t>Identity Attack</a:t>
          </a:r>
          <a:endParaRPr lang="en-IN" dirty="0">
            <a:solidFill>
              <a:schemeClr val="bg2">
                <a:lumMod val="50000"/>
              </a:schemeClr>
            </a:solidFill>
          </a:endParaRPr>
        </a:p>
      </dgm:t>
    </dgm:pt>
    <dgm:pt modelId="{03E17A83-BB8A-46C1-AB12-F80BC9470297}" type="parTrans" cxnId="{72790465-10BB-4913-9B70-B6F8E1B0872D}">
      <dgm:prSet/>
      <dgm:spPr/>
      <dgm:t>
        <a:bodyPr/>
        <a:lstStyle/>
        <a:p>
          <a:endParaRPr lang="en-IN"/>
        </a:p>
      </dgm:t>
    </dgm:pt>
    <dgm:pt modelId="{243C4D30-06D2-4877-BB94-95FD76B98D4A}" type="sibTrans" cxnId="{72790465-10BB-4913-9B70-B6F8E1B0872D}">
      <dgm:prSet/>
      <dgm:spPr/>
      <dgm:t>
        <a:bodyPr/>
        <a:lstStyle/>
        <a:p>
          <a:endParaRPr lang="en-IN"/>
        </a:p>
      </dgm:t>
    </dgm:pt>
    <dgm:pt modelId="{E35E41C4-7E73-43BD-8273-700F19FCAD37}">
      <dgm:prSet phldrT="[Text]"/>
      <dgm:spPr/>
      <dgm:t>
        <a:bodyPr/>
        <a:lstStyle/>
        <a:p>
          <a:r>
            <a:rPr lang="en-US" dirty="0">
              <a:solidFill>
                <a:schemeClr val="bg2">
                  <a:lumMod val="50000"/>
                </a:schemeClr>
              </a:solidFill>
            </a:rPr>
            <a:t>Identity Attack</a:t>
          </a:r>
          <a:endParaRPr lang="en-IN" dirty="0">
            <a:solidFill>
              <a:schemeClr val="bg2">
                <a:lumMod val="50000"/>
              </a:schemeClr>
            </a:solidFill>
          </a:endParaRPr>
        </a:p>
      </dgm:t>
    </dgm:pt>
    <dgm:pt modelId="{A4C10FC6-7500-4DDC-93F6-C92CA8F1905E}" type="parTrans" cxnId="{2BE91807-6E2E-49FD-BEC9-AB77BC3F8B84}">
      <dgm:prSet/>
      <dgm:spPr/>
      <dgm:t>
        <a:bodyPr/>
        <a:lstStyle/>
        <a:p>
          <a:endParaRPr lang="en-IN"/>
        </a:p>
      </dgm:t>
    </dgm:pt>
    <dgm:pt modelId="{C3A5D0A8-EBA7-4156-AB8B-224B8805D49A}" type="sibTrans" cxnId="{2BE91807-6E2E-49FD-BEC9-AB77BC3F8B84}">
      <dgm:prSet/>
      <dgm:spPr/>
      <dgm:t>
        <a:bodyPr/>
        <a:lstStyle/>
        <a:p>
          <a:endParaRPr lang="en-IN"/>
        </a:p>
      </dgm:t>
    </dgm:pt>
    <dgm:pt modelId="{A8FF736E-3D36-4748-8BBB-389C9C9612FD}">
      <dgm:prSet phldrT="[Text]"/>
      <dgm:spPr/>
      <dgm:t>
        <a:bodyPr/>
        <a:lstStyle/>
        <a:p>
          <a:r>
            <a:rPr lang="en-IN" dirty="0">
              <a:solidFill>
                <a:schemeClr val="bg2">
                  <a:lumMod val="50000"/>
                </a:schemeClr>
              </a:solidFill>
            </a:rPr>
            <a:t>Insult</a:t>
          </a:r>
        </a:p>
      </dgm:t>
    </dgm:pt>
    <dgm:pt modelId="{56CEDDEF-A4D5-4F5E-BEB7-2F6BD172E5B4}" type="sibTrans" cxnId="{46FD1A42-BE04-4DCE-904E-078D482CF1BF}">
      <dgm:prSet/>
      <dgm:spPr/>
      <dgm:t>
        <a:bodyPr/>
        <a:lstStyle/>
        <a:p>
          <a:endParaRPr lang="en-IN"/>
        </a:p>
      </dgm:t>
    </dgm:pt>
    <dgm:pt modelId="{E6618629-AA1C-425B-9A09-631801BE28E4}" type="parTrans" cxnId="{46FD1A42-BE04-4DCE-904E-078D482CF1BF}">
      <dgm:prSet/>
      <dgm:spPr/>
      <dgm:t>
        <a:bodyPr/>
        <a:lstStyle/>
        <a:p>
          <a:endParaRPr lang="en-IN"/>
        </a:p>
      </dgm:t>
    </dgm:pt>
    <dgm:pt modelId="{2B38894E-BB01-4EB5-9950-93E38BC5C2D9}" type="pres">
      <dgm:prSet presAssocID="{B1CA1765-CF54-4E69-87C4-77A1971A0665}" presName="Name0" presStyleCnt="0">
        <dgm:presLayoutVars>
          <dgm:chMax val="6"/>
          <dgm:chPref val="6"/>
          <dgm:dir/>
        </dgm:presLayoutVars>
      </dgm:prSet>
      <dgm:spPr/>
    </dgm:pt>
    <dgm:pt modelId="{BFF448D9-3C86-4EE3-B2B5-76DC0AF87CE9}" type="pres">
      <dgm:prSet presAssocID="{A8FF736E-3D36-4748-8BBB-389C9C9612FD}" presName="Image1" presStyleCnt="0"/>
      <dgm:spPr/>
    </dgm:pt>
    <dgm:pt modelId="{A1F7724D-FDBC-4A03-A611-620FFE34DD34}" type="pres">
      <dgm:prSet presAssocID="{A8FF736E-3D36-4748-8BBB-389C9C9612FD}" presName="Image" presStyleLbl="alignImgPlace1" presStyleIdx="0" presStyleCnt="6" custScaleX="105667" custScaleY="84478" custLinFactNeighborX="-21946" custLinFactNeighborY="-24026"/>
      <dgm:spPr>
        <a:blipFill dpi="0" rotWithShape="1">
          <a:blip xmlns:r="http://schemas.openxmlformats.org/officeDocument/2006/relationships" r:embed="rId1"/>
          <a:srcRect/>
          <a:stretch>
            <a:fillRect l="498" t="-492" r="242" b="492"/>
          </a:stretch>
        </a:blipFill>
      </dgm:spPr>
    </dgm:pt>
    <dgm:pt modelId="{791EA874-291B-414E-B7FC-D5E6F81525AD}" type="pres">
      <dgm:prSet presAssocID="{A8FF736E-3D36-4748-8BBB-389C9C9612FD}" presName="Accent1" presStyleCnt="0"/>
      <dgm:spPr/>
    </dgm:pt>
    <dgm:pt modelId="{0A059B35-B668-4855-BE68-BBED5AA8F33F}" type="pres">
      <dgm:prSet presAssocID="{A8FF736E-3D36-4748-8BBB-389C9C9612FD}" presName="Accent" presStyleLbl="parChTrans1D1" presStyleIdx="0" presStyleCnt="6" custScaleX="118151" custLinFactNeighborX="-23688" custLinFactNeighborY="-28638"/>
      <dgm:spPr/>
    </dgm:pt>
    <dgm:pt modelId="{16FB82FB-0258-470A-92C8-E9A1BB2C1C49}" type="pres">
      <dgm:prSet presAssocID="{A8FF736E-3D36-4748-8BBB-389C9C9612FD}" presName="Text1" presStyleLbl="alignImgPlace1" presStyleIdx="0" presStyleCnt="6" custLinFactNeighborX="-16066" custLinFactNeighborY="-46334">
        <dgm:presLayoutVars>
          <dgm:chMax val="0"/>
          <dgm:chPref val="0"/>
          <dgm:bulletEnabled val="1"/>
        </dgm:presLayoutVars>
      </dgm:prSet>
      <dgm:spPr/>
    </dgm:pt>
    <dgm:pt modelId="{1690EA78-AA8D-4EC3-8939-CD4C8AF00C3C}" type="pres">
      <dgm:prSet presAssocID="{5BF6D802-A9AE-4EE8-AE95-830331F1149D}" presName="Image2" presStyleCnt="0"/>
      <dgm:spPr/>
    </dgm:pt>
    <dgm:pt modelId="{5135E862-D831-4520-8D60-D3DD8348A5B4}" type="pres">
      <dgm:prSet presAssocID="{5BF6D802-A9AE-4EE8-AE95-830331F1149D}" presName="Image" presStyleLbl="alignImgPlace1" presStyleIdx="1" presStyleCnt="6" custScaleX="312203" custScaleY="125565" custLinFactX="100000" custLinFactNeighborX="114951" custLinFactNeighborY="3740"/>
      <dgm:spPr>
        <a:blipFill dpi="0" rotWithShape="1">
          <a:blip xmlns:r="http://schemas.openxmlformats.org/officeDocument/2006/relationships" r:embed="rId2"/>
          <a:srcRect/>
          <a:stretch>
            <a:fillRect t="-1172" b="-2338"/>
          </a:stretch>
        </a:blipFill>
      </dgm:spPr>
    </dgm:pt>
    <dgm:pt modelId="{C07697C5-2FA8-4F50-838E-CFFAB7F1C4AA}" type="pres">
      <dgm:prSet presAssocID="{5BF6D802-A9AE-4EE8-AE95-830331F1149D}" presName="Accent2" presStyleCnt="0"/>
      <dgm:spPr/>
    </dgm:pt>
    <dgm:pt modelId="{B1C5EE04-5931-4C11-BE04-AF65164A5DA1}" type="pres">
      <dgm:prSet presAssocID="{5BF6D802-A9AE-4EE8-AE95-830331F1149D}" presName="Accent" presStyleLbl="parChTrans1D1" presStyleIdx="1" presStyleCnt="6" custScaleX="363496" custScaleY="140973" custLinFactX="100000" custLinFactNeighborX="149340" custLinFactNeighborY="2703"/>
      <dgm:spPr/>
    </dgm:pt>
    <dgm:pt modelId="{62CAA0FD-AD45-4AEB-9592-012C82D95989}" type="pres">
      <dgm:prSet presAssocID="{5BF6D802-A9AE-4EE8-AE95-830331F1149D}" presName="Text2" presStyleLbl="alignImgPlace1" presStyleIdx="1" presStyleCnt="6" custLinFactX="180157" custLinFactY="46328" custLinFactNeighborX="200000" custLinFactNeighborY="100000">
        <dgm:presLayoutVars>
          <dgm:chMax val="0"/>
          <dgm:chPref val="0"/>
          <dgm:bulletEnabled val="1"/>
        </dgm:presLayoutVars>
      </dgm:prSet>
      <dgm:spPr/>
    </dgm:pt>
    <dgm:pt modelId="{4C841717-A257-4452-8824-54518B71C79C}" type="pres">
      <dgm:prSet presAssocID="{1F4DD667-DFD2-44E6-88B5-ADFEF3D941E1}" presName="Image3" presStyleCnt="0"/>
      <dgm:spPr/>
    </dgm:pt>
    <dgm:pt modelId="{347F203C-577D-4767-9FA2-327571A53259}" type="pres">
      <dgm:prSet presAssocID="{1F4DD667-DFD2-44E6-88B5-ADFEF3D941E1}" presName="Image" presStyleLbl="alignImgPlace1" presStyleIdx="2" presStyleCnt="6" custScaleX="96607" custLinFactNeighborX="58357" custLinFactNeighborY="-7355"/>
      <dgm:spPr>
        <a:blipFill rotWithShape="1">
          <a:blip xmlns:r="http://schemas.openxmlformats.org/officeDocument/2006/relationships" r:embed="rId3"/>
          <a:srcRect/>
          <a:stretch>
            <a:fillRect l="-21000" r="-21000"/>
          </a:stretch>
        </a:blipFill>
      </dgm:spPr>
    </dgm:pt>
    <dgm:pt modelId="{61B27C18-1DD8-481E-A7D1-0E3ECAF83696}" type="pres">
      <dgm:prSet presAssocID="{1F4DD667-DFD2-44E6-88B5-ADFEF3D941E1}" presName="Accent3" presStyleCnt="0"/>
      <dgm:spPr/>
    </dgm:pt>
    <dgm:pt modelId="{63B7EDA9-9469-4512-A8EB-4AF353CEBAB9}" type="pres">
      <dgm:prSet presAssocID="{1F4DD667-DFD2-44E6-88B5-ADFEF3D941E1}" presName="Accent" presStyleLbl="parChTrans1D1" presStyleIdx="2" presStyleCnt="6" custScaleX="114990" custScaleY="122649" custLinFactNeighborX="66455" custLinFactNeighborY="-1359"/>
      <dgm:spPr/>
    </dgm:pt>
    <dgm:pt modelId="{1DBAFC93-B5D5-42AD-85A2-015A1B0C1981}" type="pres">
      <dgm:prSet presAssocID="{1F4DD667-DFD2-44E6-88B5-ADFEF3D941E1}" presName="Text3" presStyleLbl="alignImgPlace1" presStyleIdx="2" presStyleCnt="6" custLinFactX="77142" custLinFactNeighborX="100000" custLinFactNeighborY="20886">
        <dgm:presLayoutVars>
          <dgm:chMax val="0"/>
          <dgm:chPref val="0"/>
          <dgm:bulletEnabled val="1"/>
        </dgm:presLayoutVars>
      </dgm:prSet>
      <dgm:spPr/>
    </dgm:pt>
    <dgm:pt modelId="{60EC6DD0-3A1A-43BB-9063-755A92DD7D00}" type="pres">
      <dgm:prSet presAssocID="{F90FAD87-926E-43D6-B474-55DC9B7E4F7E}" presName="Image4" presStyleCnt="0"/>
      <dgm:spPr/>
    </dgm:pt>
    <dgm:pt modelId="{E5F5C593-5AEF-4BBB-B4CD-1EA5C66BBDDE}" type="pres">
      <dgm:prSet presAssocID="{F90FAD87-926E-43D6-B474-55DC9B7E4F7E}" presName="Image" presStyleLbl="alignImgPlace1" presStyleIdx="3" presStyleCnt="6" custScaleX="242755" custLinFactX="-90959" custLinFactY="-115754" custLinFactNeighborX="-100000" custLinFactNeighborY="-200000"/>
      <dgm:spPr>
        <a:blipFill dpi="0" rotWithShape="1">
          <a:blip xmlns:r="http://schemas.openxmlformats.org/officeDocument/2006/relationships" r:embed="rId4"/>
          <a:srcRect/>
          <a:stretch>
            <a:fillRect l="-989" r="-2095"/>
          </a:stretch>
        </a:blipFill>
      </dgm:spPr>
    </dgm:pt>
    <dgm:pt modelId="{E2D1E7D2-49AA-4D99-AA4B-E436B94AF2B4}" type="pres">
      <dgm:prSet presAssocID="{F90FAD87-926E-43D6-B474-55DC9B7E4F7E}" presName="Accent4" presStyleCnt="0"/>
      <dgm:spPr/>
    </dgm:pt>
    <dgm:pt modelId="{CBAD27DA-1FFF-48CE-A32E-6842F153C47A}" type="pres">
      <dgm:prSet presAssocID="{F90FAD87-926E-43D6-B474-55DC9B7E4F7E}" presName="Accent" presStyleLbl="parChTrans1D1" presStyleIdx="3" presStyleCnt="6" custScaleX="328480" custScaleY="136794" custLinFactX="-100000" custLinFactY="-195956" custLinFactNeighborX="-141110" custLinFactNeighborY="-200000"/>
      <dgm:spPr/>
    </dgm:pt>
    <dgm:pt modelId="{4D51BEC9-2B5E-4212-B927-79344ECF3CDD}" type="pres">
      <dgm:prSet presAssocID="{F90FAD87-926E-43D6-B474-55DC9B7E4F7E}" presName="Text4" presStyleLbl="alignImgPlace1" presStyleIdx="3" presStyleCnt="6" custLinFactX="-22928" custLinFactY="-274415" custLinFactNeighborX="-100000" custLinFactNeighborY="-300000">
        <dgm:presLayoutVars>
          <dgm:chMax val="0"/>
          <dgm:chPref val="0"/>
          <dgm:bulletEnabled val="1"/>
        </dgm:presLayoutVars>
      </dgm:prSet>
      <dgm:spPr/>
    </dgm:pt>
    <dgm:pt modelId="{282AA3BB-7233-4A02-ACBF-E13EFE832E3A}" type="pres">
      <dgm:prSet presAssocID="{2FC2B03D-EC0C-477D-ADFC-217C0D834385}" presName="Image5" presStyleCnt="0"/>
      <dgm:spPr/>
    </dgm:pt>
    <dgm:pt modelId="{33FB74BD-502B-4F82-A2AA-D52562769066}" type="pres">
      <dgm:prSet presAssocID="{2FC2B03D-EC0C-477D-ADFC-217C0D834385}" presName="Image" presStyleLbl="alignImgPlace1" presStyleIdx="4" presStyleCnt="6" custScaleX="285061" custLinFactNeighborX="-34637" custLinFactNeighborY="-16136"/>
      <dgm:spPr>
        <a:blipFill rotWithShape="1">
          <a:blip xmlns:r="http://schemas.openxmlformats.org/officeDocument/2006/relationships" r:embed="rId5"/>
          <a:srcRect/>
          <a:stretch>
            <a:fillRect t="-19000" b="-19000"/>
          </a:stretch>
        </a:blipFill>
      </dgm:spPr>
    </dgm:pt>
    <dgm:pt modelId="{9AE5CB39-932A-4938-B3CD-CC2BE79D29E8}" type="pres">
      <dgm:prSet presAssocID="{2FC2B03D-EC0C-477D-ADFC-217C0D834385}" presName="Accent5" presStyleCnt="0"/>
      <dgm:spPr/>
    </dgm:pt>
    <dgm:pt modelId="{FAC10CCB-33C2-4CDE-94B8-0AC029273FBE}" type="pres">
      <dgm:prSet presAssocID="{2FC2B03D-EC0C-477D-ADFC-217C0D834385}" presName="Accent" presStyleLbl="parChTrans1D1" presStyleIdx="4" presStyleCnt="6" custScaleX="337004" custScaleY="129274" custLinFactNeighborX="-37750" custLinFactNeighborY="-19554"/>
      <dgm:spPr/>
    </dgm:pt>
    <dgm:pt modelId="{534C4210-D491-4822-A00B-CDFA3D9E5691}" type="pres">
      <dgm:prSet presAssocID="{2FC2B03D-EC0C-477D-ADFC-217C0D834385}" presName="Text5" presStyleLbl="alignImgPlace1" presStyleIdx="4" presStyleCnt="6" custLinFactX="79904" custLinFactNeighborX="100000" custLinFactNeighborY="-13587">
        <dgm:presLayoutVars>
          <dgm:chMax val="0"/>
          <dgm:chPref val="0"/>
          <dgm:bulletEnabled val="1"/>
        </dgm:presLayoutVars>
      </dgm:prSet>
      <dgm:spPr/>
    </dgm:pt>
    <dgm:pt modelId="{51555018-5AF8-42B5-93F5-85DF3D0109C2}" type="pres">
      <dgm:prSet presAssocID="{E35E41C4-7E73-43BD-8273-700F19FCAD37}" presName="Image6" presStyleCnt="0"/>
      <dgm:spPr/>
    </dgm:pt>
    <dgm:pt modelId="{84E6B432-B7ED-4839-A3BE-5902169C6C63}" type="pres">
      <dgm:prSet presAssocID="{E35E41C4-7E73-43BD-8273-700F19FCAD37}" presName="Image" presStyleLbl="alignImgPlace1" presStyleIdx="5" presStyleCnt="6" custScaleX="127192" custScaleY="172598" custLinFactX="-85785" custLinFactY="-31745" custLinFactNeighborX="-100000" custLinFactNeighborY="-100000"/>
      <dgm:spPr>
        <a:blipFill rotWithShape="1">
          <a:blip xmlns:r="http://schemas.openxmlformats.org/officeDocument/2006/relationships" r:embed="rId6"/>
          <a:srcRect/>
          <a:stretch>
            <a:fillRect l="-4000" r="-4000"/>
          </a:stretch>
        </a:blipFill>
      </dgm:spPr>
    </dgm:pt>
    <dgm:pt modelId="{5B122C71-E9AF-4B76-BADE-3C82DFD12127}" type="pres">
      <dgm:prSet presAssocID="{E35E41C4-7E73-43BD-8273-700F19FCAD37}" presName="Accent6" presStyleCnt="0"/>
      <dgm:spPr/>
    </dgm:pt>
    <dgm:pt modelId="{4AB92358-121E-4932-94D4-5E21C929ED24}" type="pres">
      <dgm:prSet presAssocID="{E35E41C4-7E73-43BD-8273-700F19FCAD37}" presName="Accent" presStyleLbl="parChTrans1D1" presStyleIdx="5" presStyleCnt="6" custScaleX="145671" custScaleY="226995" custLinFactX="-100000" custLinFactY="-65771" custLinFactNeighborX="-111182" custLinFactNeighborY="-100000"/>
      <dgm:spPr/>
    </dgm:pt>
    <dgm:pt modelId="{4199CCE5-AE96-4D6D-9509-46AD2F4ECFDD}" type="pres">
      <dgm:prSet presAssocID="{E35E41C4-7E73-43BD-8273-700F19FCAD37}" presName="Text6" presStyleLbl="alignImgPlace1" presStyleIdx="5" presStyleCnt="6" custLinFactX="-49996" custLinFactNeighborX="-100000" custLinFactNeighborY="-71895">
        <dgm:presLayoutVars>
          <dgm:chMax val="0"/>
          <dgm:chPref val="0"/>
          <dgm:bulletEnabled val="1"/>
        </dgm:presLayoutVars>
      </dgm:prSet>
      <dgm:spPr/>
    </dgm:pt>
  </dgm:ptLst>
  <dgm:cxnLst>
    <dgm:cxn modelId="{2BE91807-6E2E-49FD-BEC9-AB77BC3F8B84}" srcId="{B1CA1765-CF54-4E69-87C4-77A1971A0665}" destId="{E35E41C4-7E73-43BD-8273-700F19FCAD37}" srcOrd="5" destOrd="0" parTransId="{A4C10FC6-7500-4DDC-93F6-C92CA8F1905E}" sibTransId="{C3A5D0A8-EBA7-4156-AB8B-224B8805D49A}"/>
    <dgm:cxn modelId="{E95F462D-E7DF-4B4E-98F1-882529A03CA0}" type="presOf" srcId="{5BF6D802-A9AE-4EE8-AE95-830331F1149D}" destId="{62CAA0FD-AD45-4AEB-9592-012C82D95989}" srcOrd="0" destOrd="0" presId="urn:microsoft.com/office/officeart/2011/layout/ThemePictureAccent"/>
    <dgm:cxn modelId="{46FD1A42-BE04-4DCE-904E-078D482CF1BF}" srcId="{B1CA1765-CF54-4E69-87C4-77A1971A0665}" destId="{A8FF736E-3D36-4748-8BBB-389C9C9612FD}" srcOrd="0" destOrd="0" parTransId="{E6618629-AA1C-425B-9A09-631801BE28E4}" sibTransId="{56CEDDEF-A4D5-4F5E-BEB7-2F6BD172E5B4}"/>
    <dgm:cxn modelId="{72790465-10BB-4913-9B70-B6F8E1B0872D}" srcId="{B1CA1765-CF54-4E69-87C4-77A1971A0665}" destId="{2FC2B03D-EC0C-477D-ADFC-217C0D834385}" srcOrd="4" destOrd="0" parTransId="{03E17A83-BB8A-46C1-AB12-F80BC9470297}" sibTransId="{243C4D30-06D2-4877-BB94-95FD76B98D4A}"/>
    <dgm:cxn modelId="{B082026B-A708-419A-B2DF-5B9DB20F57DB}" type="presOf" srcId="{2FC2B03D-EC0C-477D-ADFC-217C0D834385}" destId="{534C4210-D491-4822-A00B-CDFA3D9E5691}" srcOrd="0" destOrd="0" presId="urn:microsoft.com/office/officeart/2011/layout/ThemePictureAccent"/>
    <dgm:cxn modelId="{26127173-E679-49CD-AF5B-21EF1359410B}" srcId="{B1CA1765-CF54-4E69-87C4-77A1971A0665}" destId="{1F4DD667-DFD2-44E6-88B5-ADFEF3D941E1}" srcOrd="2" destOrd="0" parTransId="{547CE365-A0C8-4ECF-85BA-D82D2CAEF705}" sibTransId="{870266F9-108C-4ACA-9419-0C453ADC7DA0}"/>
    <dgm:cxn modelId="{2360C855-DA3B-485D-BBCC-67BFE3C8FE5A}" srcId="{B1CA1765-CF54-4E69-87C4-77A1971A0665}" destId="{F90FAD87-926E-43D6-B474-55DC9B7E4F7E}" srcOrd="3" destOrd="0" parTransId="{FA3EBBEF-B866-4FF5-A581-BBED1E18A3A7}" sibTransId="{47B8F356-9C92-49D4-A187-FA06B1776620}"/>
    <dgm:cxn modelId="{A88E2C76-9D37-466A-96F6-BF40AA00D708}" srcId="{B1CA1765-CF54-4E69-87C4-77A1971A0665}" destId="{5BF6D802-A9AE-4EE8-AE95-830331F1149D}" srcOrd="1" destOrd="0" parTransId="{CFFBACB9-8422-4EB4-B51F-52AE0EAD48A6}" sibTransId="{C936E12C-893F-49C8-BBC2-5B2457FFB774}"/>
    <dgm:cxn modelId="{5C336776-5728-4867-AEAB-5E5BBA67C744}" type="presOf" srcId="{A8FF736E-3D36-4748-8BBB-389C9C9612FD}" destId="{16FB82FB-0258-470A-92C8-E9A1BB2C1C49}" srcOrd="0" destOrd="0" presId="urn:microsoft.com/office/officeart/2011/layout/ThemePictureAccent"/>
    <dgm:cxn modelId="{D9C9428B-EDB7-456F-B042-F0F1B2455FDB}" type="presOf" srcId="{F90FAD87-926E-43D6-B474-55DC9B7E4F7E}" destId="{4D51BEC9-2B5E-4212-B927-79344ECF3CDD}" srcOrd="0" destOrd="0" presId="urn:microsoft.com/office/officeart/2011/layout/ThemePictureAccent"/>
    <dgm:cxn modelId="{CB2F9F93-D8DA-4C17-8EC8-28DDB4FCA021}" type="presOf" srcId="{1F4DD667-DFD2-44E6-88B5-ADFEF3D941E1}" destId="{1DBAFC93-B5D5-42AD-85A2-015A1B0C1981}" srcOrd="0" destOrd="0" presId="urn:microsoft.com/office/officeart/2011/layout/ThemePictureAccent"/>
    <dgm:cxn modelId="{C48B19E8-A378-42AF-8DE0-8F90DB9E8218}" type="presOf" srcId="{B1CA1765-CF54-4E69-87C4-77A1971A0665}" destId="{2B38894E-BB01-4EB5-9950-93E38BC5C2D9}" srcOrd="0" destOrd="0" presId="urn:microsoft.com/office/officeart/2011/layout/ThemePictureAccent"/>
    <dgm:cxn modelId="{A58A1EFB-E8D1-4771-8D2D-9DF2840C14AB}" type="presOf" srcId="{E35E41C4-7E73-43BD-8273-700F19FCAD37}" destId="{4199CCE5-AE96-4D6D-9509-46AD2F4ECFDD}" srcOrd="0" destOrd="0" presId="urn:microsoft.com/office/officeart/2011/layout/ThemePictureAccent"/>
    <dgm:cxn modelId="{A4AB3B84-65D8-4411-B60A-CAD453DF1013}" type="presParOf" srcId="{2B38894E-BB01-4EB5-9950-93E38BC5C2D9}" destId="{BFF448D9-3C86-4EE3-B2B5-76DC0AF87CE9}" srcOrd="0" destOrd="0" presId="urn:microsoft.com/office/officeart/2011/layout/ThemePictureAccent"/>
    <dgm:cxn modelId="{73D4529A-5C4A-4291-8C3C-1BD5FA47E71F}" type="presParOf" srcId="{BFF448D9-3C86-4EE3-B2B5-76DC0AF87CE9}" destId="{A1F7724D-FDBC-4A03-A611-620FFE34DD34}" srcOrd="0" destOrd="0" presId="urn:microsoft.com/office/officeart/2011/layout/ThemePictureAccent"/>
    <dgm:cxn modelId="{EE305E77-B30F-4EB8-98DD-1F53286CEB13}" type="presParOf" srcId="{2B38894E-BB01-4EB5-9950-93E38BC5C2D9}" destId="{791EA874-291B-414E-B7FC-D5E6F81525AD}" srcOrd="1" destOrd="0" presId="urn:microsoft.com/office/officeart/2011/layout/ThemePictureAccent"/>
    <dgm:cxn modelId="{F773A9C8-4F70-4DAB-9E2D-9170AC00858F}" type="presParOf" srcId="{791EA874-291B-414E-B7FC-D5E6F81525AD}" destId="{0A059B35-B668-4855-BE68-BBED5AA8F33F}" srcOrd="0" destOrd="0" presId="urn:microsoft.com/office/officeart/2011/layout/ThemePictureAccent"/>
    <dgm:cxn modelId="{6E6DA7F7-DB19-43E5-9D09-CF78DED34327}" type="presParOf" srcId="{2B38894E-BB01-4EB5-9950-93E38BC5C2D9}" destId="{16FB82FB-0258-470A-92C8-E9A1BB2C1C49}" srcOrd="2" destOrd="0" presId="urn:microsoft.com/office/officeart/2011/layout/ThemePictureAccent"/>
    <dgm:cxn modelId="{FE18FE4C-EB36-4B5A-B1B9-DA66C2D8E3FB}" type="presParOf" srcId="{2B38894E-BB01-4EB5-9950-93E38BC5C2D9}" destId="{1690EA78-AA8D-4EC3-8939-CD4C8AF00C3C}" srcOrd="3" destOrd="0" presId="urn:microsoft.com/office/officeart/2011/layout/ThemePictureAccent"/>
    <dgm:cxn modelId="{3E3F4EF9-A647-4081-861E-35A87B4D71AF}" type="presParOf" srcId="{1690EA78-AA8D-4EC3-8939-CD4C8AF00C3C}" destId="{5135E862-D831-4520-8D60-D3DD8348A5B4}" srcOrd="0" destOrd="0" presId="urn:microsoft.com/office/officeart/2011/layout/ThemePictureAccent"/>
    <dgm:cxn modelId="{3B0B9E1C-A863-465E-A29B-F972442C42FD}" type="presParOf" srcId="{2B38894E-BB01-4EB5-9950-93E38BC5C2D9}" destId="{C07697C5-2FA8-4F50-838E-CFFAB7F1C4AA}" srcOrd="4" destOrd="0" presId="urn:microsoft.com/office/officeart/2011/layout/ThemePictureAccent"/>
    <dgm:cxn modelId="{219438F6-88A6-46C3-8515-30C7FEFFB245}" type="presParOf" srcId="{C07697C5-2FA8-4F50-838E-CFFAB7F1C4AA}" destId="{B1C5EE04-5931-4C11-BE04-AF65164A5DA1}" srcOrd="0" destOrd="0" presId="urn:microsoft.com/office/officeart/2011/layout/ThemePictureAccent"/>
    <dgm:cxn modelId="{C0994A2B-F575-42BC-8008-A449F68019F7}" type="presParOf" srcId="{2B38894E-BB01-4EB5-9950-93E38BC5C2D9}" destId="{62CAA0FD-AD45-4AEB-9592-012C82D95989}" srcOrd="5" destOrd="0" presId="urn:microsoft.com/office/officeart/2011/layout/ThemePictureAccent"/>
    <dgm:cxn modelId="{9FA1D07B-FD87-4581-827D-F550C42D475A}" type="presParOf" srcId="{2B38894E-BB01-4EB5-9950-93E38BC5C2D9}" destId="{4C841717-A257-4452-8824-54518B71C79C}" srcOrd="6" destOrd="0" presId="urn:microsoft.com/office/officeart/2011/layout/ThemePictureAccent"/>
    <dgm:cxn modelId="{20F4918C-F9A6-4BBE-A7EF-624177CE1C39}" type="presParOf" srcId="{4C841717-A257-4452-8824-54518B71C79C}" destId="{347F203C-577D-4767-9FA2-327571A53259}" srcOrd="0" destOrd="0" presId="urn:microsoft.com/office/officeart/2011/layout/ThemePictureAccent"/>
    <dgm:cxn modelId="{353E2861-2ABF-40C0-BE1A-7B564E3A9A99}" type="presParOf" srcId="{2B38894E-BB01-4EB5-9950-93E38BC5C2D9}" destId="{61B27C18-1DD8-481E-A7D1-0E3ECAF83696}" srcOrd="7" destOrd="0" presId="urn:microsoft.com/office/officeart/2011/layout/ThemePictureAccent"/>
    <dgm:cxn modelId="{4187247E-F0C0-4518-83E1-28FF2BF4FE0F}" type="presParOf" srcId="{61B27C18-1DD8-481E-A7D1-0E3ECAF83696}" destId="{63B7EDA9-9469-4512-A8EB-4AF353CEBAB9}" srcOrd="0" destOrd="0" presId="urn:microsoft.com/office/officeart/2011/layout/ThemePictureAccent"/>
    <dgm:cxn modelId="{BEA659FA-6FDB-4977-8250-463CDC994D1E}" type="presParOf" srcId="{2B38894E-BB01-4EB5-9950-93E38BC5C2D9}" destId="{1DBAFC93-B5D5-42AD-85A2-015A1B0C1981}" srcOrd="8" destOrd="0" presId="urn:microsoft.com/office/officeart/2011/layout/ThemePictureAccent"/>
    <dgm:cxn modelId="{A00CA0DA-12E1-4ECC-8C6A-80B13147E6D5}" type="presParOf" srcId="{2B38894E-BB01-4EB5-9950-93E38BC5C2D9}" destId="{60EC6DD0-3A1A-43BB-9063-755A92DD7D00}" srcOrd="9" destOrd="0" presId="urn:microsoft.com/office/officeart/2011/layout/ThemePictureAccent"/>
    <dgm:cxn modelId="{9FDDD85D-13B6-4CA4-B396-EA49AD23669A}" type="presParOf" srcId="{60EC6DD0-3A1A-43BB-9063-755A92DD7D00}" destId="{E5F5C593-5AEF-4BBB-B4CD-1EA5C66BBDDE}" srcOrd="0" destOrd="0" presId="urn:microsoft.com/office/officeart/2011/layout/ThemePictureAccent"/>
    <dgm:cxn modelId="{BA3993BD-A19A-45C3-9A5A-1A26CF8D18F6}" type="presParOf" srcId="{2B38894E-BB01-4EB5-9950-93E38BC5C2D9}" destId="{E2D1E7D2-49AA-4D99-AA4B-E436B94AF2B4}" srcOrd="10" destOrd="0" presId="urn:microsoft.com/office/officeart/2011/layout/ThemePictureAccent"/>
    <dgm:cxn modelId="{01E80668-55A8-4A9C-94EC-45BB046BE61F}" type="presParOf" srcId="{E2D1E7D2-49AA-4D99-AA4B-E436B94AF2B4}" destId="{CBAD27DA-1FFF-48CE-A32E-6842F153C47A}" srcOrd="0" destOrd="0" presId="urn:microsoft.com/office/officeart/2011/layout/ThemePictureAccent"/>
    <dgm:cxn modelId="{F1B75D5B-E171-490D-B73C-67ADDFB847EB}" type="presParOf" srcId="{2B38894E-BB01-4EB5-9950-93E38BC5C2D9}" destId="{4D51BEC9-2B5E-4212-B927-79344ECF3CDD}" srcOrd="11" destOrd="0" presId="urn:microsoft.com/office/officeart/2011/layout/ThemePictureAccent"/>
    <dgm:cxn modelId="{F1ABE7C3-3E1A-40E3-A4B1-81886ED5E03F}" type="presParOf" srcId="{2B38894E-BB01-4EB5-9950-93E38BC5C2D9}" destId="{282AA3BB-7233-4A02-ACBF-E13EFE832E3A}" srcOrd="12" destOrd="0" presId="urn:microsoft.com/office/officeart/2011/layout/ThemePictureAccent"/>
    <dgm:cxn modelId="{7C50F1CA-9B2D-494D-9300-4FDE21B3206B}" type="presParOf" srcId="{282AA3BB-7233-4A02-ACBF-E13EFE832E3A}" destId="{33FB74BD-502B-4F82-A2AA-D52562769066}" srcOrd="0" destOrd="0" presId="urn:microsoft.com/office/officeart/2011/layout/ThemePictureAccent"/>
    <dgm:cxn modelId="{98856F3C-6C46-4767-9DAD-3420160AAA13}" type="presParOf" srcId="{2B38894E-BB01-4EB5-9950-93E38BC5C2D9}" destId="{9AE5CB39-932A-4938-B3CD-CC2BE79D29E8}" srcOrd="13" destOrd="0" presId="urn:microsoft.com/office/officeart/2011/layout/ThemePictureAccent"/>
    <dgm:cxn modelId="{00058028-724D-4EDC-BF7C-BD2FE4EBF840}" type="presParOf" srcId="{9AE5CB39-932A-4938-B3CD-CC2BE79D29E8}" destId="{FAC10CCB-33C2-4CDE-94B8-0AC029273FBE}" srcOrd="0" destOrd="0" presId="urn:microsoft.com/office/officeart/2011/layout/ThemePictureAccent"/>
    <dgm:cxn modelId="{32DD45AE-7E35-48DE-9078-6298DC1141D5}" type="presParOf" srcId="{2B38894E-BB01-4EB5-9950-93E38BC5C2D9}" destId="{534C4210-D491-4822-A00B-CDFA3D9E5691}" srcOrd="14" destOrd="0" presId="urn:microsoft.com/office/officeart/2011/layout/ThemePictureAccent"/>
    <dgm:cxn modelId="{F26BBCB7-D5A8-497D-9377-29B03518A638}" type="presParOf" srcId="{2B38894E-BB01-4EB5-9950-93E38BC5C2D9}" destId="{51555018-5AF8-42B5-93F5-85DF3D0109C2}" srcOrd="15" destOrd="0" presId="urn:microsoft.com/office/officeart/2011/layout/ThemePictureAccent"/>
    <dgm:cxn modelId="{6CA78844-36E0-4923-B20E-C7BC589BBBCE}" type="presParOf" srcId="{51555018-5AF8-42B5-93F5-85DF3D0109C2}" destId="{84E6B432-B7ED-4839-A3BE-5902169C6C63}" srcOrd="0" destOrd="0" presId="urn:microsoft.com/office/officeart/2011/layout/ThemePictureAccent"/>
    <dgm:cxn modelId="{67E6673B-D201-4040-9FA7-6B2168CD0B54}" type="presParOf" srcId="{2B38894E-BB01-4EB5-9950-93E38BC5C2D9}" destId="{5B122C71-E9AF-4B76-BADE-3C82DFD12127}" srcOrd="16" destOrd="0" presId="urn:microsoft.com/office/officeart/2011/layout/ThemePictureAccent"/>
    <dgm:cxn modelId="{237570D1-812D-499B-A02B-19EA251D1FF8}" type="presParOf" srcId="{5B122C71-E9AF-4B76-BADE-3C82DFD12127}" destId="{4AB92358-121E-4932-94D4-5E21C929ED24}" srcOrd="0" destOrd="0" presId="urn:microsoft.com/office/officeart/2011/layout/ThemePictureAccent"/>
    <dgm:cxn modelId="{911AE369-1069-4CAD-8EF9-0AF7A7655B34}" type="presParOf" srcId="{2B38894E-BB01-4EB5-9950-93E38BC5C2D9}" destId="{4199CCE5-AE96-4D6D-9509-46AD2F4ECFDD}" srcOrd="17" destOrd="0" presId="urn:microsoft.com/office/officeart/2011/layout/ThemePictureAccen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4EDC6C-3764-48C7-ADCC-59A819F6931E}">
      <dsp:nvSpPr>
        <dsp:cNvPr id="0" name=""/>
        <dsp:cNvSpPr/>
      </dsp:nvSpPr>
      <dsp:spPr>
        <a:xfrm>
          <a:off x="1959" y="704172"/>
          <a:ext cx="923351" cy="9233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448104E-22D0-4CEA-B4DF-99F09A864411}">
      <dsp:nvSpPr>
        <dsp:cNvPr id="0" name=""/>
        <dsp:cNvSpPr/>
      </dsp:nvSpPr>
      <dsp:spPr>
        <a:xfrm>
          <a:off x="208975" y="1358330"/>
          <a:ext cx="923351" cy="923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Text Input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User types text</a:t>
          </a:r>
          <a:endParaRPr lang="en-IN" sz="1100" kern="1200" dirty="0"/>
        </a:p>
      </dsp:txBody>
      <dsp:txXfrm>
        <a:off x="236019" y="1385374"/>
        <a:ext cx="869263" cy="869263"/>
      </dsp:txXfrm>
    </dsp:sp>
    <dsp:sp modelId="{3277EBB2-9DA3-4D20-934F-9EA23D9DF4A6}">
      <dsp:nvSpPr>
        <dsp:cNvPr id="0" name=""/>
        <dsp:cNvSpPr/>
      </dsp:nvSpPr>
      <dsp:spPr>
        <a:xfrm>
          <a:off x="1103169" y="1054914"/>
          <a:ext cx="177857" cy="221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103169" y="1099288"/>
        <a:ext cx="124500" cy="133120"/>
      </dsp:txXfrm>
    </dsp:sp>
    <dsp:sp modelId="{D8143E5A-BEAA-4335-926C-982ADC3E7E8D}">
      <dsp:nvSpPr>
        <dsp:cNvPr id="0" name=""/>
        <dsp:cNvSpPr/>
      </dsp:nvSpPr>
      <dsp:spPr>
        <a:xfrm>
          <a:off x="1433476" y="704172"/>
          <a:ext cx="923351" cy="9233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955E2C43-31D7-40B2-B105-EFEF4AB9B2CB}">
      <dsp:nvSpPr>
        <dsp:cNvPr id="0" name=""/>
        <dsp:cNvSpPr/>
      </dsp:nvSpPr>
      <dsp:spPr>
        <a:xfrm>
          <a:off x="1640492" y="1358330"/>
          <a:ext cx="923351" cy="923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Toxicity Detection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Identifies toxic phrases</a:t>
          </a:r>
          <a:endParaRPr lang="en-IN" sz="1200" kern="1200" dirty="0"/>
        </a:p>
      </dsp:txBody>
      <dsp:txXfrm>
        <a:off x="1667536" y="1385374"/>
        <a:ext cx="869263" cy="869263"/>
      </dsp:txXfrm>
    </dsp:sp>
    <dsp:sp modelId="{05B082A0-7729-470A-AA77-B72810188C27}">
      <dsp:nvSpPr>
        <dsp:cNvPr id="0" name=""/>
        <dsp:cNvSpPr/>
      </dsp:nvSpPr>
      <dsp:spPr>
        <a:xfrm>
          <a:off x="2534686" y="1054914"/>
          <a:ext cx="177857" cy="22186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2534686" y="1099288"/>
        <a:ext cx="124500" cy="133120"/>
      </dsp:txXfrm>
    </dsp:sp>
    <dsp:sp modelId="{EDF6B990-473E-46A6-AE77-6FE89651EF10}">
      <dsp:nvSpPr>
        <dsp:cNvPr id="0" name=""/>
        <dsp:cNvSpPr/>
      </dsp:nvSpPr>
      <dsp:spPr>
        <a:xfrm>
          <a:off x="2864993" y="704172"/>
          <a:ext cx="923351" cy="923351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ED57B7CE-1746-4B11-9359-C0A9F8D4137D}">
      <dsp:nvSpPr>
        <dsp:cNvPr id="0" name=""/>
        <dsp:cNvSpPr/>
      </dsp:nvSpPr>
      <dsp:spPr>
        <a:xfrm>
          <a:off x="3017266" y="1358330"/>
          <a:ext cx="923351" cy="92335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Highlighting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Toxic sentences are highlighted</a:t>
          </a:r>
        </a:p>
      </dsp:txBody>
      <dsp:txXfrm>
        <a:off x="3044310" y="1385374"/>
        <a:ext cx="869263" cy="8692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DF630E-300A-4ACE-B12B-A16F511D1122}">
      <dsp:nvSpPr>
        <dsp:cNvPr id="0" name=""/>
        <dsp:cNvSpPr/>
      </dsp:nvSpPr>
      <dsp:spPr>
        <a:xfrm>
          <a:off x="0" y="3185716"/>
          <a:ext cx="6096000" cy="6762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Database</a:t>
          </a:r>
        </a:p>
      </dsp:txBody>
      <dsp:txXfrm>
        <a:off x="0" y="3185716"/>
        <a:ext cx="1828800" cy="676275"/>
      </dsp:txXfrm>
    </dsp:sp>
    <dsp:sp modelId="{928B0240-F76F-4F86-AB75-314F0AFEE8A4}">
      <dsp:nvSpPr>
        <dsp:cNvPr id="0" name=""/>
        <dsp:cNvSpPr/>
      </dsp:nvSpPr>
      <dsp:spPr>
        <a:xfrm>
          <a:off x="0" y="1943360"/>
          <a:ext cx="6096000" cy="6762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Server Side</a:t>
          </a:r>
        </a:p>
      </dsp:txBody>
      <dsp:txXfrm>
        <a:off x="0" y="1943360"/>
        <a:ext cx="1828800" cy="676275"/>
      </dsp:txXfrm>
    </dsp:sp>
    <dsp:sp modelId="{202AC862-62A4-4B95-9540-A001C8AF871A}">
      <dsp:nvSpPr>
        <dsp:cNvPr id="0" name=""/>
        <dsp:cNvSpPr/>
      </dsp:nvSpPr>
      <dsp:spPr>
        <a:xfrm>
          <a:off x="0" y="847722"/>
          <a:ext cx="6096000" cy="6762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Client Side</a:t>
          </a:r>
        </a:p>
      </dsp:txBody>
      <dsp:txXfrm>
        <a:off x="0" y="847722"/>
        <a:ext cx="1828800" cy="676275"/>
      </dsp:txXfrm>
    </dsp:sp>
    <dsp:sp modelId="{44A95D04-090E-49B2-89A8-56F408F71396}">
      <dsp:nvSpPr>
        <dsp:cNvPr id="0" name=""/>
        <dsp:cNvSpPr/>
      </dsp:nvSpPr>
      <dsp:spPr>
        <a:xfrm>
          <a:off x="3791604" y="536051"/>
          <a:ext cx="845343" cy="5635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User Text</a:t>
          </a:r>
        </a:p>
      </dsp:txBody>
      <dsp:txXfrm>
        <a:off x="3808110" y="552557"/>
        <a:ext cx="812331" cy="530550"/>
      </dsp:txXfrm>
    </dsp:sp>
    <dsp:sp modelId="{83618352-94B0-44FC-93F2-98D58D9B7FA7}">
      <dsp:nvSpPr>
        <dsp:cNvPr id="0" name=""/>
        <dsp:cNvSpPr/>
      </dsp:nvSpPr>
      <dsp:spPr>
        <a:xfrm>
          <a:off x="2802493" y="1099614"/>
          <a:ext cx="1411783" cy="650604"/>
        </a:xfrm>
        <a:custGeom>
          <a:avLst/>
          <a:gdLst/>
          <a:ahLst/>
          <a:cxnLst/>
          <a:rect l="0" t="0" r="0" b="0"/>
          <a:pathLst>
            <a:path>
              <a:moveTo>
                <a:pt x="1411783" y="0"/>
              </a:moveTo>
              <a:lnTo>
                <a:pt x="1411783" y="325302"/>
              </a:lnTo>
              <a:lnTo>
                <a:pt x="0" y="325302"/>
              </a:lnTo>
              <a:lnTo>
                <a:pt x="0" y="65060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E56DC3-BF45-41FB-8356-AA0CC54C0631}">
      <dsp:nvSpPr>
        <dsp:cNvPr id="0" name=""/>
        <dsp:cNvSpPr/>
      </dsp:nvSpPr>
      <dsp:spPr>
        <a:xfrm>
          <a:off x="2379821" y="1750218"/>
          <a:ext cx="845343" cy="5635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Text Processing Logic</a:t>
          </a:r>
        </a:p>
      </dsp:txBody>
      <dsp:txXfrm>
        <a:off x="2396327" y="1766724"/>
        <a:ext cx="812331" cy="530550"/>
      </dsp:txXfrm>
    </dsp:sp>
    <dsp:sp modelId="{25A72E7E-D83F-434A-A5D3-C6B168AB14E9}">
      <dsp:nvSpPr>
        <dsp:cNvPr id="0" name=""/>
        <dsp:cNvSpPr/>
      </dsp:nvSpPr>
      <dsp:spPr>
        <a:xfrm>
          <a:off x="2253019" y="2313781"/>
          <a:ext cx="549473" cy="225425"/>
        </a:xfrm>
        <a:custGeom>
          <a:avLst/>
          <a:gdLst/>
          <a:ahLst/>
          <a:cxnLst/>
          <a:rect l="0" t="0" r="0" b="0"/>
          <a:pathLst>
            <a:path>
              <a:moveTo>
                <a:pt x="549473" y="0"/>
              </a:moveTo>
              <a:lnTo>
                <a:pt x="549473" y="112712"/>
              </a:lnTo>
              <a:lnTo>
                <a:pt x="0" y="112712"/>
              </a:lnTo>
              <a:lnTo>
                <a:pt x="0" y="22542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06943B-7EB1-4C13-8B31-A894B9C7C873}">
      <dsp:nvSpPr>
        <dsp:cNvPr id="0" name=""/>
        <dsp:cNvSpPr/>
      </dsp:nvSpPr>
      <dsp:spPr>
        <a:xfrm>
          <a:off x="1830347" y="2539206"/>
          <a:ext cx="845343" cy="5635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Detoxify </a:t>
          </a:r>
        </a:p>
      </dsp:txBody>
      <dsp:txXfrm>
        <a:off x="1846853" y="2555712"/>
        <a:ext cx="812331" cy="530550"/>
      </dsp:txXfrm>
    </dsp:sp>
    <dsp:sp modelId="{4FD0BBD5-2F83-42E4-8DF4-F2A0A6B12D37}">
      <dsp:nvSpPr>
        <dsp:cNvPr id="0" name=""/>
        <dsp:cNvSpPr/>
      </dsp:nvSpPr>
      <dsp:spPr>
        <a:xfrm>
          <a:off x="2802493" y="2313781"/>
          <a:ext cx="835224" cy="20614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3072"/>
              </a:lnTo>
              <a:lnTo>
                <a:pt x="835224" y="103072"/>
              </a:lnTo>
              <a:lnTo>
                <a:pt x="835224" y="20614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9CA244-F160-42D8-85C9-C2860FAF4BCB}">
      <dsp:nvSpPr>
        <dsp:cNvPr id="0" name=""/>
        <dsp:cNvSpPr/>
      </dsp:nvSpPr>
      <dsp:spPr>
        <a:xfrm>
          <a:off x="3215046" y="2519926"/>
          <a:ext cx="845343" cy="5635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Neutralizer</a:t>
          </a:r>
        </a:p>
      </dsp:txBody>
      <dsp:txXfrm>
        <a:off x="3231552" y="2536432"/>
        <a:ext cx="812331" cy="530550"/>
      </dsp:txXfrm>
    </dsp:sp>
    <dsp:sp modelId="{EE2C0D8A-EDC9-4D62-8DE5-8647CD6F79DB}">
      <dsp:nvSpPr>
        <dsp:cNvPr id="0" name=""/>
        <dsp:cNvSpPr/>
      </dsp:nvSpPr>
      <dsp:spPr>
        <a:xfrm>
          <a:off x="4214276" y="1099614"/>
          <a:ext cx="1385273" cy="6236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830"/>
              </a:lnTo>
              <a:lnTo>
                <a:pt x="1385273" y="311830"/>
              </a:lnTo>
              <a:lnTo>
                <a:pt x="1385273" y="62366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977610-B61F-4DC4-A8A8-D573C7A95BB7}">
      <dsp:nvSpPr>
        <dsp:cNvPr id="0" name=""/>
        <dsp:cNvSpPr/>
      </dsp:nvSpPr>
      <dsp:spPr>
        <a:xfrm>
          <a:off x="5176877" y="1723274"/>
          <a:ext cx="845343" cy="5635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User Authentication</a:t>
          </a:r>
        </a:p>
      </dsp:txBody>
      <dsp:txXfrm>
        <a:off x="5193383" y="1739780"/>
        <a:ext cx="812331" cy="530550"/>
      </dsp:txXfrm>
    </dsp:sp>
    <dsp:sp modelId="{4D703932-6057-4E94-89EB-C48DA43C37AE}">
      <dsp:nvSpPr>
        <dsp:cNvPr id="0" name=""/>
        <dsp:cNvSpPr/>
      </dsp:nvSpPr>
      <dsp:spPr>
        <a:xfrm>
          <a:off x="5553829" y="2286837"/>
          <a:ext cx="91440" cy="95523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77616"/>
              </a:lnTo>
              <a:lnTo>
                <a:pt x="48103" y="477616"/>
              </a:lnTo>
              <a:lnTo>
                <a:pt x="48103" y="9552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095508-F5DA-4765-84D9-D02891A51645}">
      <dsp:nvSpPr>
        <dsp:cNvPr id="0" name=""/>
        <dsp:cNvSpPr/>
      </dsp:nvSpPr>
      <dsp:spPr>
        <a:xfrm>
          <a:off x="5179261" y="3242070"/>
          <a:ext cx="845343" cy="5635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MariaDB</a:t>
          </a:r>
        </a:p>
      </dsp:txBody>
      <dsp:txXfrm>
        <a:off x="5195767" y="3258576"/>
        <a:ext cx="812331" cy="530550"/>
      </dsp:txXfrm>
    </dsp:sp>
    <dsp:sp modelId="{C3076D39-1B16-45EF-80EB-E4EF78C545E7}">
      <dsp:nvSpPr>
        <dsp:cNvPr id="0" name=""/>
        <dsp:cNvSpPr/>
      </dsp:nvSpPr>
      <dsp:spPr>
        <a:xfrm>
          <a:off x="4168556" y="1099614"/>
          <a:ext cx="91440" cy="10402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011"/>
              </a:lnTo>
              <a:lnTo>
                <a:pt x="66853" y="52011"/>
              </a:lnTo>
              <a:lnTo>
                <a:pt x="66853" y="10402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16AB87C-A6B1-4188-B935-5E584D4F3819}">
      <dsp:nvSpPr>
        <dsp:cNvPr id="0" name=""/>
        <dsp:cNvSpPr/>
      </dsp:nvSpPr>
      <dsp:spPr>
        <a:xfrm>
          <a:off x="3812738" y="1203636"/>
          <a:ext cx="845343" cy="5635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900" kern="1200" dirty="0"/>
            <a:t>Django Web Server</a:t>
          </a:r>
        </a:p>
      </dsp:txBody>
      <dsp:txXfrm>
        <a:off x="3829244" y="1220142"/>
        <a:ext cx="812331" cy="53055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EA6B9F-2E71-4400-967B-446E1643D806}">
      <dsp:nvSpPr>
        <dsp:cNvPr id="0" name=""/>
        <dsp:cNvSpPr/>
      </dsp:nvSpPr>
      <dsp:spPr>
        <a:xfrm>
          <a:off x="3412435" y="1752900"/>
          <a:ext cx="2134555" cy="17165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Using XAMPP’s MariaDB (10.4.32)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Using Django’s settings.py to configure the databases 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Using Django’s migrations to create tables and authentication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Using JWT Encoding Algorithm for the password</a:t>
          </a:r>
        </a:p>
      </dsp:txBody>
      <dsp:txXfrm>
        <a:off x="4090508" y="2219741"/>
        <a:ext cx="1418775" cy="1211986"/>
      </dsp:txXfrm>
    </dsp:sp>
    <dsp:sp modelId="{FABBDBDB-C46F-4344-8949-25865B86E6DC}">
      <dsp:nvSpPr>
        <dsp:cNvPr id="0" name=""/>
        <dsp:cNvSpPr/>
      </dsp:nvSpPr>
      <dsp:spPr>
        <a:xfrm>
          <a:off x="142985" y="1770608"/>
          <a:ext cx="1940455" cy="162928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kern="1200" dirty="0"/>
            <a:t>Django Framework (4.1.13)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kern="1200" dirty="0"/>
            <a:t>Using Django’s Front-End Development Interface (static, templates) by inhibiting HTML, CSS, JavaScript (AJAX)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kern="1200" dirty="0"/>
            <a:t>Using Django’s Backend Interface (views.py) to inhibit the detection and rephrasing logic</a:t>
          </a:r>
        </a:p>
      </dsp:txBody>
      <dsp:txXfrm>
        <a:off x="178775" y="2213718"/>
        <a:ext cx="1286738" cy="1150380"/>
      </dsp:txXfrm>
    </dsp:sp>
    <dsp:sp modelId="{681B8D4B-9B36-4798-A3B7-EAED43CF7D50}">
      <dsp:nvSpPr>
        <dsp:cNvPr id="0" name=""/>
        <dsp:cNvSpPr/>
      </dsp:nvSpPr>
      <dsp:spPr>
        <a:xfrm>
          <a:off x="3489524" y="148731"/>
          <a:ext cx="1986710" cy="13017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kern="1200" dirty="0"/>
            <a:t>Transformer-based Architecture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kern="1200" dirty="0"/>
            <a:t>Large-scale pretraining and Fine-tuning (8192 tokens)</a:t>
          </a:r>
        </a:p>
        <a:p>
          <a:pPr marL="57150" lvl="1" indent="-57150" algn="l" defTabSz="311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700" kern="1200" dirty="0"/>
            <a:t>Probabilistic Generation Algorithms</a:t>
          </a:r>
        </a:p>
      </dsp:txBody>
      <dsp:txXfrm>
        <a:off x="4114133" y="177326"/>
        <a:ext cx="1333507" cy="919120"/>
      </dsp:txXfrm>
    </dsp:sp>
    <dsp:sp modelId="{545CDB2B-FBE3-4802-88DD-93C462989804}">
      <dsp:nvSpPr>
        <dsp:cNvPr id="0" name=""/>
        <dsp:cNvSpPr/>
      </dsp:nvSpPr>
      <dsp:spPr>
        <a:xfrm>
          <a:off x="156043" y="86526"/>
          <a:ext cx="1836340" cy="145984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Self attention mechanism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Based on BERT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Loss Function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512 tokens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800" kern="1200" dirty="0"/>
            <a:t>6 categories</a:t>
          </a:r>
        </a:p>
      </dsp:txBody>
      <dsp:txXfrm>
        <a:off x="188111" y="118594"/>
        <a:ext cx="1221302" cy="1030744"/>
      </dsp:txXfrm>
    </dsp:sp>
    <dsp:sp modelId="{18694E5D-1031-41E1-A431-52C1662F008E}">
      <dsp:nvSpPr>
        <dsp:cNvPr id="0" name=""/>
        <dsp:cNvSpPr/>
      </dsp:nvSpPr>
      <dsp:spPr>
        <a:xfrm>
          <a:off x="1284643" y="223654"/>
          <a:ext cx="1455243" cy="14552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Detoxify</a:t>
          </a:r>
        </a:p>
      </dsp:txBody>
      <dsp:txXfrm>
        <a:off x="1710874" y="649885"/>
        <a:ext cx="1029012" cy="1029012"/>
      </dsp:txXfrm>
    </dsp:sp>
    <dsp:sp modelId="{8893039C-FD37-4657-B7D0-C4E38CCD778D}">
      <dsp:nvSpPr>
        <dsp:cNvPr id="0" name=""/>
        <dsp:cNvSpPr/>
      </dsp:nvSpPr>
      <dsp:spPr>
        <a:xfrm rot="5400000">
          <a:off x="2807103" y="223654"/>
          <a:ext cx="1455243" cy="14552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OpenAI GPT 4</a:t>
          </a:r>
        </a:p>
      </dsp:txBody>
      <dsp:txXfrm rot="-5400000">
        <a:off x="2807103" y="649885"/>
        <a:ext cx="1029012" cy="1029012"/>
      </dsp:txXfrm>
    </dsp:sp>
    <dsp:sp modelId="{524A07CA-9DD7-4089-8B77-8CF9555D7489}">
      <dsp:nvSpPr>
        <dsp:cNvPr id="0" name=""/>
        <dsp:cNvSpPr/>
      </dsp:nvSpPr>
      <dsp:spPr>
        <a:xfrm rot="10800000">
          <a:off x="2807103" y="1746114"/>
          <a:ext cx="1455243" cy="14552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User Authentication</a:t>
          </a:r>
        </a:p>
      </dsp:txBody>
      <dsp:txXfrm rot="10800000">
        <a:off x="2807103" y="1746114"/>
        <a:ext cx="1029012" cy="1029012"/>
      </dsp:txXfrm>
    </dsp:sp>
    <dsp:sp modelId="{006DCE22-7C8F-4B1A-B45D-8FFFA813A121}">
      <dsp:nvSpPr>
        <dsp:cNvPr id="0" name=""/>
        <dsp:cNvSpPr/>
      </dsp:nvSpPr>
      <dsp:spPr>
        <a:xfrm rot="16200000">
          <a:off x="1284643" y="1746114"/>
          <a:ext cx="1455243" cy="1455243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/>
            <a:t>Framework</a:t>
          </a:r>
        </a:p>
      </dsp:txBody>
      <dsp:txXfrm rot="5400000">
        <a:off x="1710874" y="1746114"/>
        <a:ext cx="1029012" cy="1029012"/>
      </dsp:txXfrm>
    </dsp:sp>
    <dsp:sp modelId="{0F5D112F-F49F-45BD-9FAC-2FA14B467F9E}">
      <dsp:nvSpPr>
        <dsp:cNvPr id="0" name=""/>
        <dsp:cNvSpPr/>
      </dsp:nvSpPr>
      <dsp:spPr>
        <a:xfrm>
          <a:off x="2522272" y="1410030"/>
          <a:ext cx="502445" cy="436909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3902829C-5209-49C2-8B0B-925AAFE6F883}">
      <dsp:nvSpPr>
        <dsp:cNvPr id="0" name=""/>
        <dsp:cNvSpPr/>
      </dsp:nvSpPr>
      <dsp:spPr>
        <a:xfrm rot="10800000">
          <a:off x="2522272" y="1578072"/>
          <a:ext cx="502445" cy="436909"/>
        </a:xfrm>
        <a:prstGeom prst="circular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F7724D-FDBC-4A03-A611-620FFE34DD34}">
      <dsp:nvSpPr>
        <dsp:cNvPr id="0" name=""/>
        <dsp:cNvSpPr/>
      </dsp:nvSpPr>
      <dsp:spPr>
        <a:xfrm>
          <a:off x="1885920" y="854518"/>
          <a:ext cx="2627993" cy="1295992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l="498" t="-492" r="242" b="492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A059B35-B668-4855-BE68-BBED5AA8F33F}">
      <dsp:nvSpPr>
        <dsp:cNvPr id="0" name=""/>
        <dsp:cNvSpPr/>
      </dsp:nvSpPr>
      <dsp:spPr>
        <a:xfrm>
          <a:off x="1887724" y="849597"/>
          <a:ext cx="2655268" cy="1293148"/>
        </a:xfrm>
        <a:prstGeom prst="rect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FB82FB-0258-470A-92C8-E9A1BB2C1C49}">
      <dsp:nvSpPr>
        <dsp:cNvPr id="0" name=""/>
        <dsp:cNvSpPr/>
      </dsp:nvSpPr>
      <dsp:spPr>
        <a:xfrm>
          <a:off x="2262976" y="1943381"/>
          <a:ext cx="2247351" cy="391071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9050" tIns="6350" rIns="19050" bIns="0" numCol="1" spcCol="1270" anchor="b" anchorCtr="0">
          <a:noAutofit/>
        </a:bodyPr>
        <a:lstStyle/>
        <a:p>
          <a:pPr marL="0" lvl="0" indent="0" algn="r" defTabSz="444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00" kern="1200" dirty="0">
              <a:solidFill>
                <a:schemeClr val="bg2">
                  <a:lumMod val="50000"/>
                </a:schemeClr>
              </a:solidFill>
            </a:rPr>
            <a:t>Insult</a:t>
          </a:r>
        </a:p>
      </dsp:txBody>
      <dsp:txXfrm>
        <a:off x="2262976" y="1943381"/>
        <a:ext cx="2247351" cy="391071"/>
      </dsp:txXfrm>
    </dsp:sp>
    <dsp:sp modelId="{5135E862-D831-4520-8D60-D3DD8348A5B4}">
      <dsp:nvSpPr>
        <dsp:cNvPr id="0" name=""/>
        <dsp:cNvSpPr/>
      </dsp:nvSpPr>
      <dsp:spPr>
        <a:xfrm>
          <a:off x="4982540" y="-60363"/>
          <a:ext cx="3038880" cy="1246793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t="-1172" b="-2338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B1C5EE04-5931-4C11-BE04-AF65164A5DA1}">
      <dsp:nvSpPr>
        <dsp:cNvPr id="0" name=""/>
        <dsp:cNvSpPr/>
      </dsp:nvSpPr>
      <dsp:spPr>
        <a:xfrm>
          <a:off x="4921327" y="-65363"/>
          <a:ext cx="3100093" cy="1229675"/>
        </a:xfrm>
        <a:prstGeom prst="rect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CAA0FD-AD45-4AEB-9592-012C82D95989}">
      <dsp:nvSpPr>
        <dsp:cNvPr id="0" name=""/>
        <dsp:cNvSpPr/>
      </dsp:nvSpPr>
      <dsp:spPr>
        <a:xfrm>
          <a:off x="7168566" y="1082875"/>
          <a:ext cx="852854" cy="26083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9050" tIns="6350" rIns="19050" bIns="0" numCol="1" spcCol="1270" anchor="b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2">
                  <a:lumMod val="50000"/>
                </a:schemeClr>
              </a:solidFill>
            </a:rPr>
            <a:t>Insult</a:t>
          </a:r>
          <a:endParaRPr lang="en-IN" sz="1000" kern="1200" dirty="0">
            <a:solidFill>
              <a:schemeClr val="bg2">
                <a:lumMod val="50000"/>
              </a:schemeClr>
            </a:solidFill>
          </a:endParaRPr>
        </a:p>
      </dsp:txBody>
      <dsp:txXfrm>
        <a:off x="7168566" y="1082875"/>
        <a:ext cx="852854" cy="260836"/>
      </dsp:txXfrm>
    </dsp:sp>
    <dsp:sp modelId="{347F203C-577D-4767-9FA2-327571A53259}">
      <dsp:nvSpPr>
        <dsp:cNvPr id="0" name=""/>
        <dsp:cNvSpPr/>
      </dsp:nvSpPr>
      <dsp:spPr>
        <a:xfrm>
          <a:off x="5782351" y="1644372"/>
          <a:ext cx="1143761" cy="731741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l="-21000" r="-21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3B7EDA9-9469-4512-A8EB-4AF353CEBAB9}">
      <dsp:nvSpPr>
        <dsp:cNvPr id="0" name=""/>
        <dsp:cNvSpPr/>
      </dsp:nvSpPr>
      <dsp:spPr>
        <a:xfrm>
          <a:off x="5758827" y="1681342"/>
          <a:ext cx="1222826" cy="749925"/>
        </a:xfrm>
        <a:prstGeom prst="rect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BAFC93-B5D5-42AD-85A2-015A1B0C1981}">
      <dsp:nvSpPr>
        <dsp:cNvPr id="0" name=""/>
        <dsp:cNvSpPr/>
      </dsp:nvSpPr>
      <dsp:spPr>
        <a:xfrm>
          <a:off x="6958001" y="2164343"/>
          <a:ext cx="1063419" cy="26083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9050" tIns="6350" rIns="19050" bIns="0" numCol="1" spcCol="1270" anchor="b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2">
                  <a:lumMod val="50000"/>
                </a:schemeClr>
              </a:solidFill>
            </a:rPr>
            <a:t>Identity Attack</a:t>
          </a:r>
          <a:endParaRPr lang="en-IN" sz="1000" kern="1200" dirty="0">
            <a:solidFill>
              <a:schemeClr val="bg2">
                <a:lumMod val="50000"/>
              </a:schemeClr>
            </a:solidFill>
          </a:endParaRPr>
        </a:p>
      </dsp:txBody>
      <dsp:txXfrm>
        <a:off x="6958001" y="2164343"/>
        <a:ext cx="1063419" cy="260836"/>
      </dsp:txXfrm>
    </dsp:sp>
    <dsp:sp modelId="{E5F5C593-5AEF-4BBB-B4CD-1EA5C66BBDDE}">
      <dsp:nvSpPr>
        <dsp:cNvPr id="0" name=""/>
        <dsp:cNvSpPr/>
      </dsp:nvSpPr>
      <dsp:spPr>
        <a:xfrm>
          <a:off x="316936" y="149101"/>
          <a:ext cx="1410236" cy="590102"/>
        </a:xfrm>
        <a:prstGeom prst="rect">
          <a:avLst/>
        </a:prstGeom>
        <a:blipFill dpi="0" rotWithShape="1">
          <a:blip xmlns:r="http://schemas.openxmlformats.org/officeDocument/2006/relationships" r:embed="rId4"/>
          <a:srcRect/>
          <a:stretch>
            <a:fillRect l="-989" r="-2095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CBAD27DA-1FFF-48CE-A32E-6842F153C47A}">
      <dsp:nvSpPr>
        <dsp:cNvPr id="0" name=""/>
        <dsp:cNvSpPr/>
      </dsp:nvSpPr>
      <dsp:spPr>
        <a:xfrm>
          <a:off x="261730" y="121815"/>
          <a:ext cx="1515281" cy="644672"/>
        </a:xfrm>
        <a:prstGeom prst="rect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51BEC9-2B5E-4212-B927-79344ECF3CDD}">
      <dsp:nvSpPr>
        <dsp:cNvPr id="0" name=""/>
        <dsp:cNvSpPr/>
      </dsp:nvSpPr>
      <dsp:spPr>
        <a:xfrm>
          <a:off x="1333895" y="787063"/>
          <a:ext cx="461300" cy="26083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9050" tIns="6350" rIns="19050" bIns="0" numCol="1" spcCol="1270" anchor="b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2">
                  <a:lumMod val="50000"/>
                </a:schemeClr>
              </a:solidFill>
            </a:rPr>
            <a:t>Insult</a:t>
          </a:r>
          <a:endParaRPr lang="en-IN" sz="1000" kern="1200" dirty="0">
            <a:solidFill>
              <a:schemeClr val="bg2">
                <a:lumMod val="50000"/>
              </a:schemeClr>
            </a:solidFill>
          </a:endParaRPr>
        </a:p>
      </dsp:txBody>
      <dsp:txXfrm>
        <a:off x="1333895" y="787063"/>
        <a:ext cx="461300" cy="260836"/>
      </dsp:txXfrm>
    </dsp:sp>
    <dsp:sp modelId="{33FB74BD-502B-4F82-A2AA-D52562769066}">
      <dsp:nvSpPr>
        <dsp:cNvPr id="0" name=""/>
        <dsp:cNvSpPr/>
      </dsp:nvSpPr>
      <dsp:spPr>
        <a:xfrm>
          <a:off x="3314997" y="2555197"/>
          <a:ext cx="2916884" cy="992946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t="-19000" b="-19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AC10CCB-33C2-4CDE-94B8-0AC029273FBE}">
      <dsp:nvSpPr>
        <dsp:cNvPr id="0" name=""/>
        <dsp:cNvSpPr/>
      </dsp:nvSpPr>
      <dsp:spPr>
        <a:xfrm>
          <a:off x="3264404" y="2478249"/>
          <a:ext cx="3042260" cy="1127627"/>
        </a:xfrm>
        <a:prstGeom prst="rect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4C4210-D491-4822-A00B-CDFA3D9E5691}">
      <dsp:nvSpPr>
        <dsp:cNvPr id="0" name=""/>
        <dsp:cNvSpPr/>
      </dsp:nvSpPr>
      <dsp:spPr>
        <a:xfrm>
          <a:off x="6299009" y="3352489"/>
          <a:ext cx="902737" cy="26083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9050" tIns="6350" rIns="19050" bIns="0" numCol="1" spcCol="1270" anchor="b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2">
                  <a:lumMod val="50000"/>
                </a:schemeClr>
              </a:solidFill>
            </a:rPr>
            <a:t>Identity Attack</a:t>
          </a:r>
          <a:endParaRPr lang="en-IN" sz="1000" kern="1200" dirty="0">
            <a:solidFill>
              <a:schemeClr val="bg2">
                <a:lumMod val="50000"/>
              </a:schemeClr>
            </a:solidFill>
          </a:endParaRPr>
        </a:p>
      </dsp:txBody>
      <dsp:txXfrm>
        <a:off x="6299009" y="3352489"/>
        <a:ext cx="902737" cy="260836"/>
      </dsp:txXfrm>
    </dsp:sp>
    <dsp:sp modelId="{84E6B432-B7ED-4839-A3BE-5902169C6C63}">
      <dsp:nvSpPr>
        <dsp:cNvPr id="0" name=""/>
        <dsp:cNvSpPr/>
      </dsp:nvSpPr>
      <dsp:spPr>
        <a:xfrm>
          <a:off x="429486" y="1723787"/>
          <a:ext cx="1325634" cy="1018504"/>
        </a:xfrm>
        <a:prstGeom prst="rect">
          <a:avLst/>
        </a:prstGeom>
        <a:blipFill rotWithShape="1">
          <a:blip xmlns:r="http://schemas.openxmlformats.org/officeDocument/2006/relationships" r:embed="rId6"/>
          <a:srcRect/>
          <a:stretch>
            <a:fillRect l="-4000" r="-4000"/>
          </a:stretch>
        </a:blip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AB92358-121E-4932-94D4-5E21C929ED24}">
      <dsp:nvSpPr>
        <dsp:cNvPr id="0" name=""/>
        <dsp:cNvSpPr/>
      </dsp:nvSpPr>
      <dsp:spPr>
        <a:xfrm>
          <a:off x="408332" y="1696010"/>
          <a:ext cx="1344606" cy="1069764"/>
        </a:xfrm>
        <a:prstGeom prst="rect">
          <a:avLst/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99CCE5-AE96-4D6D-9509-46AD2F4ECFDD}">
      <dsp:nvSpPr>
        <dsp:cNvPr id="0" name=""/>
        <dsp:cNvSpPr/>
      </dsp:nvSpPr>
      <dsp:spPr>
        <a:xfrm>
          <a:off x="1183887" y="2799396"/>
          <a:ext cx="923043" cy="260836"/>
        </a:xfrm>
        <a:prstGeom prst="rect">
          <a:avLst/>
        </a:prstGeom>
        <a:noFill/>
        <a:ln w="9525" cap="flat" cmpd="sng" algn="ctr">
          <a:noFill/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9050" tIns="6350" rIns="19050" bIns="0" numCol="1" spcCol="1270" anchor="b" anchorCtr="0">
          <a:noAutofit/>
        </a:bodyPr>
        <a:lstStyle/>
        <a:p>
          <a:pPr marL="0" lvl="0" indent="0" algn="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>
              <a:solidFill>
                <a:schemeClr val="bg2">
                  <a:lumMod val="50000"/>
                </a:schemeClr>
              </a:solidFill>
            </a:rPr>
            <a:t>Identity Attack</a:t>
          </a:r>
          <a:endParaRPr lang="en-IN" sz="1000" kern="1200" dirty="0">
            <a:solidFill>
              <a:schemeClr val="bg2">
                <a:lumMod val="50000"/>
              </a:schemeClr>
            </a:solidFill>
          </a:endParaRPr>
        </a:p>
      </dsp:txBody>
      <dsp:txXfrm>
        <a:off x="1183887" y="2799396"/>
        <a:ext cx="923043" cy="2608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1/layout/ThemePictureAccent">
  <dgm:title val="Theme Picture Accent"/>
  <dgm:desc val="Use to show a group of pictures with the first picture being centered and the largest. Can contain up to six Level 1 pictures. Unused pictures do not appear, but remain available if you switch layouts.  Works best with small amounts of text."/>
  <dgm:catLst>
    <dgm:cat type="picture" pri="13250"/>
    <dgm:cat type="officeonline" pri="4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  <dgm:pt modelId="50">
          <dgm:prSet phldr="1"/>
        </dgm:pt>
        <dgm:pt modelId="60">
          <dgm:prSet phldr="1"/>
        </dgm:pt>
      </dgm:ptLst>
      <dgm:cxnLst>
        <dgm:cxn modelId="70" srcId="0" destId="10" srcOrd="0" destOrd="0"/>
        <dgm:cxn modelId="80" srcId="0" destId="20" srcOrd="1" destOrd="0"/>
        <dgm:cxn modelId="90" srcId="0" destId="30" srcOrd="2" destOrd="0"/>
        <dgm:cxn modelId="100" srcId="0" destId="40" srcOrd="3" destOrd="0"/>
        <dgm:cxn modelId="110" srcId="0" destId="50" srcOrd="4" destOrd="0"/>
        <dgm:cxn modelId="120" srcId="0" destId="60" srcOrd="5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6"/>
      <dgm:chPref val="6"/>
      <dgm:dir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5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l" for="ch" forName="Accent1" refType="w" fact="0.049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l" for="ch" forName="Image2" refType="w" fact="0.6099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l" for="ch" forName="Accent2" refType="w" fact="0.6338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l" for="ch" forName="Text1" refType="w" fact="0.049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l" for="ch" forName="Text2" refType="w" fact="0.633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6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l" for="ch" forName="Image1" refType="w" fact="0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l" for="ch" forName="Accent1" refType="w" fact="0.0326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l" for="ch" forName="Image3" refType="w" fact="0.6846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l" for="ch" forName="Accent3" refType="w" fact="0.7006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l" for="ch" forName="Image2" refType="w" fact="0.4054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l" for="ch" forName="Accent2" refType="w" fact="0.4213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l" for="ch" forName="Text1" refType="w" fact="0.0326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l" for="ch" forName="Text2" refType="w" fact="0.4211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l" for="ch" forName="Text3" refType="w" fact="0.7006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7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l" for="ch" forName="Image1" refType="w" fact="0.1498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l" for="ch" forName="Accent1" refType="w" fact="0.1774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l" for="ch" forName="Image4" refType="w" fact="0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l" for="ch" forName="Accent4" refType="w" fact="0.0136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l" for="ch" forName="Image3" refType="w" fact="0.7318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l" for="ch" forName="Accent3" refType="w" fact="0.745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l" for="ch" forName="Accent2" refType="w" fact="0.508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l" for="ch" forName="Text1" refType="w" fact="0.1774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l" for="ch" forName="Text2" refType="w" fact="0.5078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l" for="ch" forName="Text3" refType="w" fact="0.745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l" for="ch" forName="Text4" refType="w" fact="0.0136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8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9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l" for="ch" forName="Image1" refType="w" fact="0.1498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l" for="ch" forName="Accent1" refType="w" fact="0.1774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l" for="ch" forName="Image4" refType="w" fact="0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l" for="ch" forName="Accent4" refType="w" fact="0.0136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l" for="ch" forName="Image5" refType="w" fact="0.6287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l" for="ch" forName="Accent5" refType="w" fact="0.642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l" for="ch" forName="Image3" refType="w" fact="0.7318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l" for="ch" forName="Accent3" refType="w" fact="0.745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l" for="ch" forName="Image2" refType="w" fact="0.4944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l" for="ch" forName="Accent2" refType="w" fact="0.508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l" for="ch" forName="Text1" refType="w" fact="0.1774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l" for="ch" forName="Image6" refType="w" fact="0.151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l" for="ch" forName="Accent6" refType="w" fact="0.1648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l" for="ch" forName="Text2" refType="w" fact="0.5078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l" for="ch" forName="Text3" refType="w" fact="0.745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l" for="ch" forName="Text5" refType="w" fact="0.642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l" for="ch" forName="Text6" refType="w" fact="0.1648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l" for="ch" forName="Text4" refType="w" fact="0.0136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if>
      <dgm:else name="Name10">
        <dgm:choose name="Name11">
          <dgm:if name="Name12" axis="ch" ptType="node" func="cnt" op="equ" val="1">
            <dgm:alg type="composite">
              <dgm:param type="ar" val="1.62"/>
            </dgm:alg>
            <dgm:constrLst>
              <dgm:constr type="primFontSz" for="des" forName="Text1" val="65"/>
              <dgm:constr type="l" for="ch" forName="Image1" refType="w" fact="0"/>
              <dgm:constr type="t" for="ch" forName="Image1" refType="h" fact="0"/>
              <dgm:constr type="w" for="ch" forName="Image1" refType="w"/>
              <dgm:constr type="h" for="ch" forName="Image1" refType="h"/>
              <dgm:constr type="l" for="ch" forName="Accent1" refType="w" fact="0.0491"/>
              <dgm:constr type="t" for="ch" forName="Accent1" refType="h" fact="0.0756"/>
              <dgm:constr type="w" for="ch" forName="Accent1" refType="w" fact="0.9035"/>
              <dgm:constr type="h" for="ch" forName="Accent1" refType="h" fact="0.8429"/>
              <dgm:constr type="l" for="ch" forName="Text1" refType="w" fact="0.0491"/>
              <dgm:constr type="t" for="ch" forName="Text1" refType="h" fact="0.6654"/>
              <dgm:constr type="w" for="ch" forName="Text1" refType="w" fact="0.9035"/>
              <dgm:constr type="h" for="ch" forName="Text1" refType="h" fact="0.2548"/>
            </dgm:constrLst>
          </dgm:if>
          <dgm:if name="Name13" axis="ch" ptType="node" func="cnt" op="equ" val="2">
            <dgm:alg type="composite">
              <dgm:param type="ar" val="0.9528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997"/>
              <dgm:constr type="h" for="ch" forName="Image1" refType="h" fact="0.5881"/>
              <dgm:constr type="r" for="ch" forName="Accent1" refType="w" fact="0.951"/>
              <dgm:constr type="t" for="ch" forName="Accent1" refType="h" fact="0.4563"/>
              <dgm:constr type="w" for="ch" forName="Accent1" refType="w" fact="0.9008"/>
              <dgm:constr type="h" for="ch" forName="Accent1" refType="h" fact="0.4958"/>
              <dgm:constr type="r" for="ch" forName="Image2" refType="w" fact="0.3901"/>
              <dgm:constr type="t" for="ch" forName="Image2" refType="h" fact="0"/>
              <dgm:constr type="w" for="ch" forName="Image2" refType="w" fact="0.3901"/>
              <dgm:constr type="h" for="ch" forName="Image2" refType="h" fact="0.3806"/>
              <dgm:constr type="r" for="ch" forName="Accent2" refType="w" fact="0.3662"/>
              <dgm:constr type="t" for="ch" forName="Accent2" refType="h" fact="0.0231"/>
              <dgm:constr type="w" for="ch" forName="Accent2" refType="w" fact="0.3418"/>
              <dgm:constr type="h" for="ch" forName="Accent2" refType="h" fact="0.3343"/>
              <dgm:constr type="r" for="ch" forName="Text1" refType="w" fact="0.951"/>
              <dgm:constr type="t" for="ch" forName="Text1" refType="h" fact="0.8032"/>
              <dgm:constr type="w" for="ch" forName="Text1" refType="w" fact="0.9008"/>
              <dgm:constr type="h" for="ch" forName="Text1" refType="h" fact="0.1499"/>
              <dgm:constr type="r" for="ch" forName="Text2" refType="w" fact="0.3665"/>
              <dgm:constr type="t" for="ch" forName="Text2" refType="h" fact="0.2575"/>
              <dgm:constr type="w" for="ch" forName="Text2" refType="w" fact="0.3418"/>
              <dgm:constr type="h" for="ch" forName="Text2" refType="h" fact="0.0999"/>
            </dgm:constrLst>
          </dgm:if>
          <dgm:if name="Name14" axis="ch" ptType="node" func="cnt" op="equ" val="3">
            <dgm:alg type="composite">
              <dgm:param type="ar" val="1.4351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r" for="ch" forName="Image1" refType="w"/>
              <dgm:constr type="t" for="ch" forName="Image1" refType="h" fact="0.4119"/>
              <dgm:constr type="w" for="ch" forName="Image1" refType="w" fact="0.6627"/>
              <dgm:constr type="h" for="ch" forName="Image1" refType="h" fact="0.5881"/>
              <dgm:constr type="r" for="ch" forName="Accent1" refType="w" fact="0.9674"/>
              <dgm:constr type="t" for="ch" forName="Accent1" refType="h" fact="0.4563"/>
              <dgm:constr type="w" for="ch" forName="Accent1" refType="w" fact="0.5988"/>
              <dgm:constr type="h" for="ch" forName="Accent1" refType="h" fact="0.4958"/>
              <dgm:constr type="r" for="ch" forName="Image3" refType="w" fact="0.3154"/>
              <dgm:constr type="t" for="ch" forName="Image3" refType="h" fact="0.6397"/>
              <dgm:constr type="w" for="ch" forName="Image3" refType="w" fact="0.3154"/>
              <dgm:constr type="h" for="ch" forName="Image3" refType="h" fact="0.2805"/>
              <dgm:constr type="r" for="ch" forName="Accent3" refType="w" fact="0.2994"/>
              <dgm:constr type="t" for="ch" forName="Accent3" refType="h" fact="0.6629"/>
              <dgm:constr type="w" for="ch" forName="Accent3" refType="w" fact="0.2833"/>
              <dgm:constr type="h" for="ch" forName="Accent3" refType="h" fact="0.2344"/>
              <dgm:constr type="r" for="ch" forName="Image2" refType="w" fact="0.5946"/>
              <dgm:constr type="t" for="ch" forName="Image2" refType="h" fact="0"/>
              <dgm:constr type="w" for="ch" forName="Image2" refType="w" fact="0.2593"/>
              <dgm:constr type="h" for="ch" forName="Image2" refType="h" fact="0.3806"/>
              <dgm:constr type="r" for="ch" forName="Accent2" refType="w" fact="0.5787"/>
              <dgm:constr type="t" for="ch" forName="Accent2" refType="h" fact="0.0231"/>
              <dgm:constr type="w" for="ch" forName="Accent2" refType="w" fact="0.2272"/>
              <dgm:constr type="h" for="ch" forName="Accent2" refType="h" fact="0.3343"/>
              <dgm:constr type="r" for="ch" forName="Text1" refType="w" fact="0.9674"/>
              <dgm:constr type="t" for="ch" forName="Text1" refType="h" fact="0.8032"/>
              <dgm:constr type="w" for="ch" forName="Text1" refType="w" fact="0.5988"/>
              <dgm:constr type="h" for="ch" forName="Text1" refType="h" fact="0.1499"/>
              <dgm:constr type="r" for="ch" forName="Text2" refType="w" fact="0.5789"/>
              <dgm:constr type="t" for="ch" forName="Text2" refType="h" fact="0.2575"/>
              <dgm:constr type="w" for="ch" forName="Text2" refType="w" fact="0.2272"/>
              <dgm:constr type="h" for="ch" forName="Text2" refType="h" fact="0.0999"/>
              <dgm:constr type="r" for="ch" forName="Text3" refType="w" fact="0.2994"/>
              <dgm:constr type="t" for="ch" forName="Text3" refType="h" fact="0.7974"/>
              <dgm:constr type="w" for="ch" forName="Text3" refType="w" fact="0.2833"/>
              <dgm:constr type="h" for="ch" forName="Text3" refType="h" fact="0.0999"/>
            </dgm:constrLst>
          </dgm:if>
          <dgm:if name="Name15" axis="ch" ptType="node" func="cnt" op="equ" val="4">
            <dgm:alg type="composite">
              <dgm:param type="ar" val="1.6922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r" for="ch" forName="Image1" refType="w" fact="0.8502"/>
              <dgm:constr type="t" for="ch" forName="Image1" refType="h" fact="0.4119"/>
              <dgm:constr type="w" for="ch" forName="Image1" refType="w" fact="0.5634"/>
              <dgm:constr type="h" for="ch" forName="Image1" refType="h" fact="0.5881"/>
              <dgm:constr type="r" for="ch" forName="Accent1" refType="w" fact="0.8226"/>
              <dgm:constr type="t" for="ch" forName="Accent1" refType="h" fact="0.4563"/>
              <dgm:constr type="w" for="ch" forName="Accent1" refType="w" fact="0.5091"/>
              <dgm:constr type="h" for="ch" forName="Accent1" refType="h" fact="0.4958"/>
              <dgm:constr type="r" for="ch" forName="Image4" refType="w"/>
              <dgm:constr type="t" for="ch" forName="Image4" refType="h" fact="0.7601"/>
              <dgm:constr type="w" for="ch" forName="Image4" refType="w" fact="0.1316"/>
              <dgm:constr type="h" for="ch" forName="Image4" refType="h" fact="0.2262"/>
              <dgm:constr type="r" for="ch" forName="Accent4" refType="w" fact="0.9864"/>
              <dgm:constr type="t" for="ch" forName="Accent4" refType="h" fact="0.7839"/>
              <dgm:constr type="w" for="ch" forName="Accent4" refType="w" fact="0.1045"/>
              <dgm:constr type="h" for="ch" forName="Accent4" refType="h" fact="0.1806"/>
              <dgm:constr type="r" for="ch" forName="Image3" refType="w" fact="0.2682"/>
              <dgm:constr type="t" for="ch" forName="Image3" refType="h" fact="0.6397"/>
              <dgm:constr type="w" for="ch" forName="Image3" refType="w" fact="0.2682"/>
              <dgm:constr type="h" for="ch" forName="Image3" refType="h" fact="0.2805"/>
              <dgm:constr type="r" for="ch" forName="Accent3" refType="w" fact="0.2545"/>
              <dgm:constr type="t" for="ch" forName="Accent3" refType="h" fact="0.6629"/>
              <dgm:constr type="w" for="ch" forName="Accent3" refType="w" fact="0.2409"/>
              <dgm:constr type="h" for="ch" forName="Accent3" refType="h" fact="0.2344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3806"/>
              <dgm:constr type="r" for="ch" forName="Accent2" refType="w" fact="0.492"/>
              <dgm:constr type="t" for="ch" forName="Accent2" refType="h" fact="0.0231"/>
              <dgm:constr type="w" for="ch" forName="Accent2" refType="w" fact="0.1932"/>
              <dgm:constr type="h" for="ch" forName="Accent2" refType="h" fact="0.3343"/>
              <dgm:constr type="r" for="ch" forName="Text1" refType="w" fact="0.8226"/>
              <dgm:constr type="t" for="ch" forName="Text1" refType="h" fact="0.8032"/>
              <dgm:constr type="w" for="ch" forName="Text1" refType="w" fact="0.5091"/>
              <dgm:constr type="h" for="ch" forName="Text1" refType="h" fact="0.1499"/>
              <dgm:constr type="r" for="ch" forName="Text2" refType="w" fact="0.4922"/>
              <dgm:constr type="t" for="ch" forName="Text2" refType="h" fact="0.2575"/>
              <dgm:constr type="w" for="ch" forName="Text2" refType="w" fact="0.1932"/>
              <dgm:constr type="h" for="ch" forName="Text2" refType="h" fact="0.0999"/>
              <dgm:constr type="r" for="ch" forName="Text3" refType="w" fact="0.2545"/>
              <dgm:constr type="t" for="ch" forName="Text3" refType="h" fact="0.7974"/>
              <dgm:constr type="w" for="ch" forName="Text3" refType="w" fact="0.2409"/>
              <dgm:constr type="h" for="ch" forName="Text3" refType="h" fact="0.0999"/>
              <dgm:constr type="r" for="ch" forName="Text4" refType="w" fact="0.9864"/>
              <dgm:constr type="t" for="ch" forName="Text4" refType="h" fact="0.8647"/>
              <dgm:constr type="w" for="ch" forName="Text4" refType="w" fact="0.1045"/>
              <dgm:constr type="h" for="ch" forName="Text4" refType="h" fact="0.0999"/>
            </dgm:constrLst>
          </dgm:if>
          <dgm:if name="Name16" axis="ch" ptType="node" func="cnt" op="equ" val="5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2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if>
          <dgm:else name="Name17">
            <dgm:alg type="composite">
              <dgm:param type="ar" val="1.1999"/>
            </dgm:alg>
            <dgm:constrLst>
              <dgm:constr type="primFontSz" for="des" forName="Text1" val="65"/>
              <dgm:constr type="primFontSz" for="des" forName="Text2" refType="primFontSz" refFor="des" refForName="Text1" op="equ"/>
              <dgm:constr type="primFontSz" for="des" forName="Text3" refType="primFontSz" refFor="des" refForName="Text1" op="equ"/>
              <dgm:constr type="primFontSz" for="des" forName="Text4" refType="primFontSz" refFor="des" refForName="Text1" op="equ"/>
              <dgm:constr type="primFontSz" for="des" forName="Text5" refType="primFontSz" refFor="des" refForName="Text1" op="equ"/>
              <dgm:constr type="primFontSz" for="des" forName="Text6" refType="primFontSz" refFor="des" refForName="Text1" op="equ"/>
              <dgm:constr type="r" for="ch" forName="Image1" refType="w" fact="0.8502"/>
              <dgm:constr type="t" for="ch" forName="Image1" refType="h" fact="0.2921"/>
              <dgm:constr type="w" for="ch" forName="Image1" refType="w" fact="0.5634"/>
              <dgm:constr type="h" for="ch" forName="Image1" refType="h" fact="0.417"/>
              <dgm:constr type="r" for="ch" forName="Accent1" refType="w" fact="0.8226"/>
              <dgm:constr type="t" for="ch" forName="Accent1" refType="h" fact="0.3236"/>
              <dgm:constr type="w" for="ch" forName="Accent1" refType="w" fact="0.5091"/>
              <dgm:constr type="h" for="ch" forName="Accent1" refType="h" fact="0.3515"/>
              <dgm:constr type="r" for="ch" forName="Image4" refType="w"/>
              <dgm:constr type="t" for="ch" forName="Image4" refType="h" fact="0.539"/>
              <dgm:constr type="w" for="ch" forName="Image4" refType="w" fact="0.1316"/>
              <dgm:constr type="h" for="ch" forName="Image4" refType="h" fact="0.1604"/>
              <dgm:constr type="r" for="ch" forName="Accent4" refType="w" fact="0.9864"/>
              <dgm:constr type="t" for="ch" forName="Accent4" refType="h" fact="0.5559"/>
              <dgm:constr type="w" for="ch" forName="Accent4" refType="w" fact="0.1045"/>
              <dgm:constr type="h" for="ch" forName="Accent4" refType="h" fact="0.1281"/>
              <dgm:constr type="r" for="ch" forName="Image5" refType="w" fact="0.3713"/>
              <dgm:constr type="t" for="ch" forName="Image5" refType="h" fact="0.7301"/>
              <dgm:constr type="w" for="ch" forName="Image5" refType="w" fact="0.2318"/>
              <dgm:constr type="h" for="ch" forName="Image5" refType="h" fact="0.2699"/>
              <dgm:constr type="r" for="ch" forName="Accent5" refType="w" fact="0.358"/>
              <dgm:constr type="t" for="ch" forName="Accent5" refType="h" fact="0.7467"/>
              <dgm:constr type="w" for="ch" forName="Accent5" refType="w" fact="0.2045"/>
              <dgm:constr type="h" for="ch" forName="Accent5" refType="h" fact="0.2371"/>
              <dgm:constr type="r" for="ch" forName="Image3" refType="w" fact="0.2682"/>
              <dgm:constr type="t" for="ch" forName="Image3" refType="h" fact="0.4536"/>
              <dgm:constr type="w" for="ch" forName="Image3" refType="w" fact="0.2682"/>
              <dgm:constr type="h" for="ch" forName="Image3" refType="h" fact="0.1989"/>
              <dgm:constr type="r" for="ch" forName="Accent3" refType="w" fact="0.2545"/>
              <dgm:constr type="t" for="ch" forName="Accent3" refType="h" fact="0.4701"/>
              <dgm:constr type="w" for="ch" forName="Accent3" refType="w" fact="0.2409"/>
              <dgm:constr type="h" for="ch" forName="Accent3" refType="h" fact="0.1662"/>
              <dgm:constr type="r" for="ch" forName="Image2" refType="w" fact="0.5056"/>
              <dgm:constr type="t" for="ch" forName="Image2" refType="h" fact="0"/>
              <dgm:constr type="w" for="ch" forName="Image2" refType="w" fact="0.2205"/>
              <dgm:constr type="h" for="ch" forName="Image2" refType="h" fact="0.2699"/>
              <dgm:constr type="r" for="ch" forName="Accent2" refType="w" fact="0.492"/>
              <dgm:constr type="t" for="ch" forName="Accent2" refType="h" fact="0.0164"/>
              <dgm:constr type="w" for="ch" forName="Accent2" refType="w" fact="0.1932"/>
              <dgm:constr type="h" for="ch" forName="Accent2" refType="h" fact="0.2371"/>
              <dgm:constr type="r" for="ch" forName="Text1" refType="w" fact="0.8226"/>
              <dgm:constr type="t" for="ch" forName="Text1" refType="h" fact="0.5695"/>
              <dgm:constr type="w" for="ch" forName="Text1" refType="w" fact="0.5091"/>
              <dgm:constr type="h" for="ch" forName="Text1" refType="h" fact="0.1063"/>
              <dgm:constr type="r" for="ch" forName="Image6" refType="w" fact="0.849"/>
              <dgm:constr type="t" for="ch" forName="Image6" refType="h" fact="0.7301"/>
              <dgm:constr type="w" for="ch" forName="Image6" refType="w" fact="0.2361"/>
              <dgm:constr type="h" for="ch" forName="Image6" refType="h" fact="0.1604"/>
              <dgm:constr type="r" for="ch" forName="Accent6" refType="w" fact="0.8352"/>
              <dgm:constr type="t" for="ch" forName="Accent6" refType="h" fact="0.7467"/>
              <dgm:constr type="w" for="ch" forName="Accent6" refType="w" fact="0.2091"/>
              <dgm:constr type="h" for="ch" forName="Accent6" refType="h" fact="0.1281"/>
              <dgm:constr type="r" for="ch" forName="Text2" refType="w" fact="0.4922"/>
              <dgm:constr type="t" for="ch" forName="Text2" refType="h" fact="0.1826"/>
              <dgm:constr type="w" for="ch" forName="Text2" refType="w" fact="0.1932"/>
              <dgm:constr type="h" for="ch" forName="Text2" refType="h" fact="0.0709"/>
              <dgm:constr type="r" for="ch" forName="Text3" refType="w" fact="0.2545"/>
              <dgm:constr type="t" for="ch" forName="Text3" refType="h" fact="0.5655"/>
              <dgm:constr type="w" for="ch" forName="Text3" refType="w" fact="0.2409"/>
              <dgm:constr type="h" for="ch" forName="Text3" refType="h" fact="0.0709"/>
              <dgm:constr type="r" for="ch" forName="Text5" refType="w" fact="0.358"/>
              <dgm:constr type="t" for="ch" forName="Text5" refType="h" fact="0.9129"/>
              <dgm:constr type="w" for="ch" forName="Text5" refType="w" fact="0.2045"/>
              <dgm:constr type="h" for="ch" forName="Text5" refType="h" fact="0.0709"/>
              <dgm:constr type="r" for="ch" forName="Text6" refType="w" fact="0.8352"/>
              <dgm:constr type="t" for="ch" forName="Text6" refType="h" fact="0.8039"/>
              <dgm:constr type="w" for="ch" forName="Text6" refType="w" fact="0.2091"/>
              <dgm:constr type="h" for="ch" forName="Text6" refType="h" fact="0.0709"/>
              <dgm:constr type="r" for="ch" forName="Text4" refType="w" fact="0.9864"/>
              <dgm:constr type="t" for="ch" forName="Text4" refType="h" fact="0.6132"/>
              <dgm:constr type="w" for="ch" forName="Text4" refType="w" fact="0.1045"/>
              <dgm:constr type="h" for="ch" forName="Text4" refType="h" fact="0.0709"/>
            </dgm:constrLst>
          </dgm:else>
        </dgm:choose>
      </dgm:else>
    </dgm:choose>
    <dgm:forEach name="wrapper" axis="self" ptType="parTrans">
      <dgm:forEach name="ImageRepeat" axis="self">
        <dgm:layoutNode name="Image" styleLbl="align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forEach>
      <dgm:forEach name="accentRepeat" axis="self">
        <dgm:layoutNode name="Accent" styleLbl="parChTrans1D1">
          <dgm:alg type="sp"/>
          <dgm:shape xmlns:r="http://schemas.openxmlformats.org/officeDocument/2006/relationships" type="rect" r:blip="">
            <dgm:adjLst/>
          </dgm:shape>
          <dgm:presOf/>
        </dgm:layoutNode>
      </dgm:forEach>
    </dgm:forEach>
    <dgm:forEach name="Name18" axis="ch" ptType="node" cnt="1">
      <dgm:layoutNode name="Image1">
        <dgm:alg type="sp"/>
        <dgm:shape xmlns:r="http://schemas.openxmlformats.org/officeDocument/2006/relationships" r:blip="">
          <dgm:adjLst/>
        </dgm:shape>
        <dgm:presOf/>
        <dgm:forEach name="Name19" ref="ImageRepeat"/>
      </dgm:layoutNode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20" ref="accentRepeat"/>
      </dgm:layoutNode>
      <dgm:layoutNode name="Text1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  <dgm:param type="lnSpPar" val="100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1" axis="ch" ptType="node" st="2" cnt="1">
      <dgm:layoutNode name="Image2">
        <dgm:alg type="sp"/>
        <dgm:shape xmlns:r="http://schemas.openxmlformats.org/officeDocument/2006/relationships" r:blip="">
          <dgm:adjLst/>
        </dgm:shape>
        <dgm:presOf/>
        <dgm:forEach name="Name22" ref="ImageRepeat"/>
      </dgm:layoutNode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23" ref="accentRepeat"/>
      </dgm:layoutNode>
      <dgm:layoutNode name="Text2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4" axis="ch" ptType="node" st="3" cnt="1">
      <dgm:layoutNode name="Image3">
        <dgm:alg type="sp"/>
        <dgm:shape xmlns:r="http://schemas.openxmlformats.org/officeDocument/2006/relationships" r:blip="">
          <dgm:adjLst/>
        </dgm:shape>
        <dgm:presOf/>
        <dgm:forEach name="Name25" ref="ImageRepeat"/>
      </dgm:layoutNode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26" ref="accentRepeat"/>
      </dgm:layoutNode>
      <dgm:layoutNode name="Text3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27" axis="ch" ptType="node" st="4" cnt="1">
      <dgm:layoutNode name="Image4">
        <dgm:alg type="sp"/>
        <dgm:shape xmlns:r="http://schemas.openxmlformats.org/officeDocument/2006/relationships" r:blip="">
          <dgm:adjLst/>
        </dgm:shape>
        <dgm:presOf/>
        <dgm:forEach name="Name28" ref="ImageRepeat"/>
      </dgm:layoutNode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9" ref="accentRepeat"/>
      </dgm:layoutNode>
      <dgm:layoutNode name="Text4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0" axis="ch" ptType="node" st="5" cnt="1">
      <dgm:layoutNode name="Image5">
        <dgm:alg type="sp"/>
        <dgm:shape xmlns:r="http://schemas.openxmlformats.org/officeDocument/2006/relationships" r:blip="">
          <dgm:adjLst/>
        </dgm:shape>
        <dgm:presOf/>
        <dgm:forEach name="Name31" ref="ImageRepeat"/>
      </dgm:layoutNode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Text5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  <dgm:forEach name="Name33" axis="ch" ptType="node" st="6" cnt="1">
      <dgm:layoutNode name="Image6">
        <dgm:alg type="sp"/>
        <dgm:shape xmlns:r="http://schemas.openxmlformats.org/officeDocument/2006/relationships" r:blip="">
          <dgm:adjLst/>
        </dgm:shape>
        <dgm:presOf/>
        <dgm:forEach name="Name34" ref="ImageRepeat"/>
      </dgm:layoutNode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Text6" styleLbl="alignImgPlace1">
        <dgm:varLst>
          <dgm:chMax val="0"/>
          <dgm:chPref val="0"/>
          <dgm:bulletEnabled val="1"/>
        </dgm:varLst>
        <dgm:alg type="tx">
          <dgm:param type="parTxLTRAlign" val="r"/>
          <dgm:param type="shpTxLTRAlignCh" val="r"/>
          <dgm:param type="txAnchorVert" val="b"/>
          <dgm:param type="txAnchorVertCh" val="b"/>
        </dgm:alg>
        <dgm:shape xmlns:r="http://schemas.openxmlformats.org/officeDocument/2006/relationships" type="rect" r:blip="" hideGeom="1">
          <dgm:adjLst/>
        </dgm:shape>
        <dgm:presOf axis="desOrSelf" ptType="node"/>
        <dgm:constrLst>
          <dgm:constr type="lMarg" refType="primFontSz" fact="0.15"/>
          <dgm:constr type="rMarg" refType="primFontSz" fact="0.15"/>
          <dgm:constr type="tMarg" refType="primFontSz" fact="0.05"/>
          <dgm:constr type="bMarg" refType="primFontSz" fact="0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b4377f90d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2b4377f90d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66abb2c5c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266abb2c5c4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4853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32548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03428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08826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5261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03631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9920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58055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7ADABC19-4682-E17F-9E8D-85AC3632E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70212EB3-C203-7CCC-66A3-A3B1B9588E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9E869B17-7AA2-E6DD-C05D-ED78E6CDDC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45984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24028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72018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5184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7FD2152C-09FB-B698-FC87-C6FDCD5C5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EC979205-4274-C34E-4A84-6207E68DC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980F0137-68A1-F23E-A4BA-10F68CCAEA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84697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90D81E89-4C73-B5B3-B83B-35D855C04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613B9F92-2B43-C91E-5967-A3D91DB30B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E954BDD6-418E-185A-00AE-9F0AF47440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00370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A63443B1-0FFC-7DCB-A349-E1C156A46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B7A6A346-E4A1-6A45-6084-BCB7221E7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F67E0DE0-CF11-DB72-66D1-645C7A83ED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91764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DF79D89-ED8D-92B0-B16E-EB74C8318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A1F3FBE7-709D-EEFB-12D1-2126E022F5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F08A7D49-E034-F810-4B1E-123018A181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45824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452549C8-08E5-E131-9069-B781470AE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25330387-AE1F-5AD9-2A9F-5C0EF2849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A62330E6-09FD-65BC-A7D9-CA542C002C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3476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0972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E23C7749-8833-BD5D-9D4D-97E95EEF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A5D5519B-4DCC-D58B-9698-3EC762E60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F15CE079-F335-89F4-3A96-3D566C57E7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57051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5F005D4F-8AAF-A248-0363-ACCDF8EE7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4C46BA6D-3720-D098-9EBF-F960DDAE4D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C420C2C0-2137-6A59-8461-24060D1730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4857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C2450CFC-AD8F-B1F1-723B-CB3428284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66abb2c5c4_0_71:notes">
            <a:extLst>
              <a:ext uri="{FF2B5EF4-FFF2-40B4-BE49-F238E27FC236}">
                <a16:creationId xmlns:a16="http://schemas.microsoft.com/office/drawing/2014/main" id="{81D0DD59-27DA-BADF-C474-912F5FF8C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66abb2c5c4_0_71:notes">
            <a:extLst>
              <a:ext uri="{FF2B5EF4-FFF2-40B4-BE49-F238E27FC236}">
                <a16:creationId xmlns:a16="http://schemas.microsoft.com/office/drawing/2014/main" id="{13A71EA6-CD86-BA6F-96D6-0EFDED9074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14580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266abb2c5c4_0_2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266abb2c5c4_0_2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5547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449000" y="1381788"/>
            <a:ext cx="6246000" cy="171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449000" y="3285913"/>
            <a:ext cx="62460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2061600" y="-573200"/>
            <a:ext cx="4966599" cy="7437499"/>
            <a:chOff x="-2061600" y="-573200"/>
            <a:chExt cx="4966599" cy="7437499"/>
          </a:xfrm>
        </p:grpSpPr>
        <p:pic>
          <p:nvPicPr>
            <p:cNvPr id="12" name="Google Shape;12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061600" y="1897700"/>
              <a:ext cx="4966599" cy="49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13;p2"/>
            <p:cNvSpPr/>
            <p:nvPr/>
          </p:nvSpPr>
          <p:spPr>
            <a:xfrm rot="-8099767">
              <a:off x="-796397" y="4206369"/>
              <a:ext cx="3130432" cy="13088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8099767">
              <a:off x="-945670" y="4369238"/>
              <a:ext cx="3130432" cy="235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-495400" y="-573200"/>
              <a:ext cx="1834200" cy="183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-225575" y="151625"/>
              <a:ext cx="1486200" cy="1486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4674500" y="-2472975"/>
            <a:ext cx="7124699" cy="7989325"/>
            <a:chOff x="4674500" y="-2472975"/>
            <a:chExt cx="7124699" cy="7989325"/>
          </a:xfrm>
        </p:grpSpPr>
        <p:pic>
          <p:nvPicPr>
            <p:cNvPr id="18" name="Google Shape;18;p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674500" y="-2472975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20325" y="194300"/>
              <a:ext cx="51435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2"/>
            <p:cNvSpPr/>
            <p:nvPr/>
          </p:nvSpPr>
          <p:spPr>
            <a:xfrm rot="2700000">
              <a:off x="6763888" y="742343"/>
              <a:ext cx="3130220" cy="13067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 rot="2700000">
              <a:off x="6912862" y="686600"/>
              <a:ext cx="3130220" cy="237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 rot="10800000">
              <a:off x="8071400" y="4030150"/>
              <a:ext cx="1486200" cy="1486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7914325" y="3932475"/>
              <a:ext cx="1377600" cy="13776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3853550" y="2272425"/>
            <a:ext cx="438360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3834750" y="1087900"/>
            <a:ext cx="1474500" cy="8418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6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" name="Google Shape;27;p3"/>
          <p:cNvSpPr>
            <a:spLocks noGrp="1"/>
          </p:cNvSpPr>
          <p:nvPr>
            <p:ph type="pic" idx="3"/>
          </p:nvPr>
        </p:nvSpPr>
        <p:spPr>
          <a:xfrm>
            <a:off x="713225" y="539500"/>
            <a:ext cx="2760600" cy="4064400"/>
          </a:xfrm>
          <a:prstGeom prst="rect">
            <a:avLst/>
          </a:prstGeom>
          <a:noFill/>
          <a:ln>
            <a:noFill/>
          </a:ln>
        </p:spPr>
      </p:sp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734125" y="-1813800"/>
            <a:ext cx="51435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-4343625" y="-586350"/>
            <a:ext cx="7124699" cy="7124699"/>
            <a:chOff x="-4343625" y="-586350"/>
            <a:chExt cx="7124699" cy="7124699"/>
          </a:xfrm>
        </p:grpSpPr>
        <p:pic>
          <p:nvPicPr>
            <p:cNvPr id="30" name="Google Shape;30;p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-4343625" y="-586350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" name="Google Shape;31;p3"/>
            <p:cNvSpPr/>
            <p:nvPr/>
          </p:nvSpPr>
          <p:spPr>
            <a:xfrm rot="-1496326">
              <a:off x="-642173" y="3737314"/>
              <a:ext cx="1834225" cy="183422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" name="Google Shape;32;p3"/>
            <p:cNvSpPr/>
            <p:nvPr/>
          </p:nvSpPr>
          <p:spPr>
            <a:xfrm rot="-1496444">
              <a:off x="-149035" y="4370363"/>
              <a:ext cx="1486196" cy="1486196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6021275" y="-2380775"/>
            <a:ext cx="7124699" cy="7124699"/>
            <a:chOff x="6021275" y="-2380775"/>
            <a:chExt cx="7124699" cy="7124699"/>
          </a:xfrm>
        </p:grpSpPr>
        <p:pic>
          <p:nvPicPr>
            <p:cNvPr id="81" name="Google Shape;81;p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021275" y="-2380775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" name="Google Shape;82;p8"/>
            <p:cNvSpPr/>
            <p:nvPr/>
          </p:nvSpPr>
          <p:spPr>
            <a:xfrm rot="10800000">
              <a:off x="8199825" y="-203612"/>
              <a:ext cx="1486200" cy="1486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rot="10800000">
              <a:off x="7948425" y="-425712"/>
              <a:ext cx="1377600" cy="13776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84" name="Google Shape;84;p8"/>
          <p:cNvGrpSpPr/>
          <p:nvPr/>
        </p:nvGrpSpPr>
        <p:grpSpPr>
          <a:xfrm>
            <a:off x="-910826" y="4013450"/>
            <a:ext cx="2167641" cy="1995087"/>
            <a:chOff x="-910826" y="4013450"/>
            <a:chExt cx="2167641" cy="1995087"/>
          </a:xfrm>
        </p:grpSpPr>
        <p:sp>
          <p:nvSpPr>
            <p:cNvPr id="85" name="Google Shape;85;p8"/>
            <p:cNvSpPr/>
            <p:nvPr/>
          </p:nvSpPr>
          <p:spPr>
            <a:xfrm>
              <a:off x="-910826" y="4013450"/>
              <a:ext cx="1870200" cy="1870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-383585" y="4368137"/>
              <a:ext cx="1640400" cy="16404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0" name="Google Shape;90;p9"/>
          <p:cNvGrpSpPr/>
          <p:nvPr/>
        </p:nvGrpSpPr>
        <p:grpSpPr>
          <a:xfrm>
            <a:off x="-2061600" y="1897700"/>
            <a:ext cx="4966599" cy="4966599"/>
            <a:chOff x="-2061600" y="1897700"/>
            <a:chExt cx="4966599" cy="4966599"/>
          </a:xfrm>
        </p:grpSpPr>
        <p:pic>
          <p:nvPicPr>
            <p:cNvPr id="91" name="Google Shape;91;p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2061600" y="1897700"/>
              <a:ext cx="4966599" cy="49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9"/>
            <p:cNvSpPr/>
            <p:nvPr/>
          </p:nvSpPr>
          <p:spPr>
            <a:xfrm rot="-8099767">
              <a:off x="-1087934" y="4279869"/>
              <a:ext cx="3130432" cy="130886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3" name="Google Shape;93;p9"/>
            <p:cNvSpPr/>
            <p:nvPr/>
          </p:nvSpPr>
          <p:spPr>
            <a:xfrm rot="-8099767">
              <a:off x="-1237208" y="4442738"/>
              <a:ext cx="3130432" cy="2354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94" name="Google Shape;94;p9"/>
          <p:cNvGrpSpPr/>
          <p:nvPr/>
        </p:nvGrpSpPr>
        <p:grpSpPr>
          <a:xfrm>
            <a:off x="6585225" y="-1951250"/>
            <a:ext cx="5143500" cy="5143500"/>
            <a:chOff x="6585225" y="-1951250"/>
            <a:chExt cx="5143500" cy="5143500"/>
          </a:xfrm>
        </p:grpSpPr>
        <p:pic>
          <p:nvPicPr>
            <p:cNvPr id="95" name="Google Shape;95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585225" y="-1951250"/>
              <a:ext cx="51435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9"/>
            <p:cNvSpPr/>
            <p:nvPr/>
          </p:nvSpPr>
          <p:spPr>
            <a:xfrm rot="7296268">
              <a:off x="8496826" y="1037269"/>
              <a:ext cx="1486111" cy="1486111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7" name="Google Shape;97;p9"/>
            <p:cNvSpPr/>
            <p:nvPr/>
          </p:nvSpPr>
          <p:spPr>
            <a:xfrm rot="7296597">
              <a:off x="8310664" y="1191776"/>
              <a:ext cx="1377701" cy="1377701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10"/>
          <p:cNvSpPr txBox="1">
            <a:spLocks noGrp="1"/>
          </p:cNvSpPr>
          <p:nvPr>
            <p:ph type="title"/>
          </p:nvPr>
        </p:nvSpPr>
        <p:spPr>
          <a:xfrm>
            <a:off x="1948800" y="4014450"/>
            <a:ext cx="5246400" cy="4416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544796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title" idx="3" hasCustomPrompt="1"/>
          </p:nvPr>
        </p:nvSpPr>
        <p:spPr>
          <a:xfrm>
            <a:off x="4388400" y="154479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3"/>
          <p:cNvSpPr txBox="1">
            <a:spLocks noGrp="1"/>
          </p:cNvSpPr>
          <p:nvPr>
            <p:ph type="title" idx="4" hasCustomPrompt="1"/>
          </p:nvPr>
        </p:nvSpPr>
        <p:spPr>
          <a:xfrm>
            <a:off x="720000" y="2233064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5" hasCustomPrompt="1"/>
          </p:nvPr>
        </p:nvSpPr>
        <p:spPr>
          <a:xfrm>
            <a:off x="4388400" y="2233066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title" idx="6" hasCustomPrompt="1"/>
          </p:nvPr>
        </p:nvSpPr>
        <p:spPr>
          <a:xfrm>
            <a:off x="720000" y="2921333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3"/>
          <p:cNvSpPr txBox="1">
            <a:spLocks noGrp="1"/>
          </p:cNvSpPr>
          <p:nvPr>
            <p:ph type="title" idx="7" hasCustomPrompt="1"/>
          </p:nvPr>
        </p:nvSpPr>
        <p:spPr>
          <a:xfrm>
            <a:off x="4388400" y="2921341"/>
            <a:ext cx="734700" cy="447600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3" name="Google Shape;123;p13"/>
          <p:cNvSpPr txBox="1">
            <a:spLocks noGrp="1"/>
          </p:cNvSpPr>
          <p:nvPr>
            <p:ph type="subTitle" idx="1"/>
          </p:nvPr>
        </p:nvSpPr>
        <p:spPr>
          <a:xfrm>
            <a:off x="1454700" y="1544775"/>
            <a:ext cx="2695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8"/>
          </p:nvPr>
        </p:nvSpPr>
        <p:spPr>
          <a:xfrm>
            <a:off x="1454700" y="2233038"/>
            <a:ext cx="2695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9"/>
          </p:nvPr>
        </p:nvSpPr>
        <p:spPr>
          <a:xfrm>
            <a:off x="1454700" y="2921325"/>
            <a:ext cx="2695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6" name="Google Shape;126;p13"/>
          <p:cNvSpPr txBox="1">
            <a:spLocks noGrp="1"/>
          </p:cNvSpPr>
          <p:nvPr>
            <p:ph type="subTitle" idx="13"/>
          </p:nvPr>
        </p:nvSpPr>
        <p:spPr>
          <a:xfrm>
            <a:off x="5123100" y="1544775"/>
            <a:ext cx="2695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ubTitle" idx="14"/>
          </p:nvPr>
        </p:nvSpPr>
        <p:spPr>
          <a:xfrm>
            <a:off x="5123100" y="2233050"/>
            <a:ext cx="2695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subTitle" idx="15"/>
          </p:nvPr>
        </p:nvSpPr>
        <p:spPr>
          <a:xfrm>
            <a:off x="5123100" y="2921325"/>
            <a:ext cx="2695500" cy="6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grpSp>
        <p:nvGrpSpPr>
          <p:cNvPr id="129" name="Google Shape;129;p13"/>
          <p:cNvGrpSpPr/>
          <p:nvPr/>
        </p:nvGrpSpPr>
        <p:grpSpPr>
          <a:xfrm>
            <a:off x="-327001" y="471765"/>
            <a:ext cx="1289915" cy="5062664"/>
            <a:chOff x="-327001" y="471765"/>
            <a:chExt cx="1289915" cy="5062664"/>
          </a:xfrm>
        </p:grpSpPr>
        <p:sp>
          <p:nvSpPr>
            <p:cNvPr id="130" name="Google Shape;130;p13"/>
            <p:cNvSpPr/>
            <p:nvPr/>
          </p:nvSpPr>
          <p:spPr>
            <a:xfrm rot="4657384">
              <a:off x="-2171858" y="2974390"/>
              <a:ext cx="5143645" cy="239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1" name="Google Shape;131;p13"/>
            <p:cNvSpPr/>
            <p:nvPr/>
          </p:nvSpPr>
          <p:spPr>
            <a:xfrm rot="4657590">
              <a:off x="-2288975" y="2954725"/>
              <a:ext cx="5138049" cy="115809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32" name="Google Shape;132;p13"/>
          <p:cNvGrpSpPr/>
          <p:nvPr/>
        </p:nvGrpSpPr>
        <p:grpSpPr>
          <a:xfrm>
            <a:off x="4951525" y="-648475"/>
            <a:ext cx="7124699" cy="9024649"/>
            <a:chOff x="4951525" y="-648475"/>
            <a:chExt cx="7124699" cy="9024649"/>
          </a:xfrm>
        </p:grpSpPr>
        <p:pic>
          <p:nvPicPr>
            <p:cNvPr id="133" name="Google Shape;133;p1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6359700" y="1767000"/>
              <a:ext cx="3741399" cy="37413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4" name="Google Shape;134;p1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51525" y="1251475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13"/>
            <p:cNvSpPr/>
            <p:nvPr/>
          </p:nvSpPr>
          <p:spPr>
            <a:xfrm>
              <a:off x="8210450" y="-582725"/>
              <a:ext cx="1834200" cy="1834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7394425" y="-648475"/>
              <a:ext cx="1486200" cy="14862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21"/>
          <p:cNvGrpSpPr/>
          <p:nvPr/>
        </p:nvGrpSpPr>
        <p:grpSpPr>
          <a:xfrm>
            <a:off x="7914325" y="3932475"/>
            <a:ext cx="1643275" cy="1583875"/>
            <a:chOff x="7914325" y="3932475"/>
            <a:chExt cx="1643275" cy="1583875"/>
          </a:xfrm>
        </p:grpSpPr>
        <p:sp>
          <p:nvSpPr>
            <p:cNvPr id="248" name="Google Shape;248;p21"/>
            <p:cNvSpPr/>
            <p:nvPr/>
          </p:nvSpPr>
          <p:spPr>
            <a:xfrm rot="10800000">
              <a:off x="8071400" y="4030150"/>
              <a:ext cx="1486200" cy="1486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 rot="10800000">
              <a:off x="7914325" y="3932475"/>
              <a:ext cx="1377600" cy="13776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50" name="Google Shape;250;p21"/>
          <p:cNvGrpSpPr/>
          <p:nvPr/>
        </p:nvGrpSpPr>
        <p:grpSpPr>
          <a:xfrm>
            <a:off x="-2849125" y="-3837262"/>
            <a:ext cx="7523637" cy="7236719"/>
            <a:chOff x="-2849125" y="-3837262"/>
            <a:chExt cx="7523637" cy="7236719"/>
          </a:xfrm>
        </p:grpSpPr>
        <p:pic>
          <p:nvPicPr>
            <p:cNvPr id="251" name="Google Shape;251;p21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849125" y="-3837262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-468988" y="-3182937"/>
              <a:ext cx="51435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1"/>
            <p:cNvSpPr/>
            <p:nvPr/>
          </p:nvSpPr>
          <p:spPr>
            <a:xfrm rot="-2700000">
              <a:off x="-1293569" y="310328"/>
              <a:ext cx="3130220" cy="13067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 rot="-2700000">
              <a:off x="-1402769" y="214812"/>
              <a:ext cx="3130220" cy="237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 rot="-8100000">
              <a:off x="-1087785" y="1605459"/>
              <a:ext cx="1486197" cy="148619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 rot="-8100000">
              <a:off x="-1075481" y="1402846"/>
              <a:ext cx="1377585" cy="1377585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8" name="Google Shape;258;p22"/>
          <p:cNvGrpSpPr/>
          <p:nvPr/>
        </p:nvGrpSpPr>
        <p:grpSpPr>
          <a:xfrm flipH="1">
            <a:off x="-3835650" y="-2669625"/>
            <a:ext cx="7124699" cy="8271025"/>
            <a:chOff x="5712050" y="-2754675"/>
            <a:chExt cx="7124699" cy="8271025"/>
          </a:xfrm>
        </p:grpSpPr>
        <p:pic>
          <p:nvPicPr>
            <p:cNvPr id="259" name="Google Shape;259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5712050" y="-2754675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2"/>
            <p:cNvSpPr/>
            <p:nvPr/>
          </p:nvSpPr>
          <p:spPr>
            <a:xfrm rot="2700000">
              <a:off x="6763888" y="742343"/>
              <a:ext cx="3130220" cy="13067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 rot="2700000">
              <a:off x="6912862" y="686600"/>
              <a:ext cx="3130220" cy="237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2" name="Google Shape;262;p22"/>
            <p:cNvSpPr/>
            <p:nvPr/>
          </p:nvSpPr>
          <p:spPr>
            <a:xfrm rot="10800000">
              <a:off x="8071400" y="4030150"/>
              <a:ext cx="1486200" cy="14862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3" name="Google Shape;263;p22"/>
            <p:cNvSpPr/>
            <p:nvPr/>
          </p:nvSpPr>
          <p:spPr>
            <a:xfrm rot="10800000">
              <a:off x="7914325" y="3932475"/>
              <a:ext cx="1377600" cy="1377600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264" name="Google Shape;264;p22"/>
          <p:cNvGrpSpPr/>
          <p:nvPr/>
        </p:nvGrpSpPr>
        <p:grpSpPr>
          <a:xfrm flipH="1">
            <a:off x="4326587" y="-3752212"/>
            <a:ext cx="7523637" cy="9240990"/>
            <a:chOff x="-2849125" y="-3837262"/>
            <a:chExt cx="7523637" cy="9240990"/>
          </a:xfrm>
        </p:grpSpPr>
        <p:pic>
          <p:nvPicPr>
            <p:cNvPr id="265" name="Google Shape;265;p2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 rot="-5400000">
              <a:off x="-2849125" y="-3837262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-5400000">
              <a:off x="-468988" y="-3182937"/>
              <a:ext cx="51435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2"/>
            <p:cNvSpPr/>
            <p:nvPr/>
          </p:nvSpPr>
          <p:spPr>
            <a:xfrm rot="-8100000">
              <a:off x="-1528807" y="4114091"/>
              <a:ext cx="3130220" cy="13067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8" name="Google Shape;268;p22"/>
            <p:cNvSpPr/>
            <p:nvPr/>
          </p:nvSpPr>
          <p:spPr>
            <a:xfrm rot="-8100000">
              <a:off x="-1677781" y="4276748"/>
              <a:ext cx="3130220" cy="237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69" name="Google Shape;269;p22"/>
            <p:cNvSpPr/>
            <p:nvPr/>
          </p:nvSpPr>
          <p:spPr>
            <a:xfrm rot="-8100000">
              <a:off x="-1223685" y="91659"/>
              <a:ext cx="1486197" cy="1486197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70" name="Google Shape;270;p22"/>
            <p:cNvSpPr/>
            <p:nvPr/>
          </p:nvSpPr>
          <p:spPr>
            <a:xfrm rot="-8100000">
              <a:off x="-1211381" y="-110954"/>
              <a:ext cx="1377585" cy="1377585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>
            <a:spLocks noGrp="1"/>
          </p:cNvSpPr>
          <p:nvPr>
            <p:ph type="title"/>
          </p:nvPr>
        </p:nvSpPr>
        <p:spPr>
          <a:xfrm>
            <a:off x="713213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20"/>
          <p:cNvSpPr txBox="1">
            <a:spLocks noGrp="1"/>
          </p:cNvSpPr>
          <p:nvPr>
            <p:ph type="subTitle" idx="1"/>
          </p:nvPr>
        </p:nvSpPr>
        <p:spPr>
          <a:xfrm>
            <a:off x="713225" y="1745009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713225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lang="en" sz="1000" b="1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000" b="1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41" name="Google Shape;241;p20"/>
          <p:cNvGrpSpPr/>
          <p:nvPr/>
        </p:nvGrpSpPr>
        <p:grpSpPr>
          <a:xfrm>
            <a:off x="4674500" y="-2472975"/>
            <a:ext cx="7124699" cy="7810775"/>
            <a:chOff x="4674500" y="-2472975"/>
            <a:chExt cx="7124699" cy="7810775"/>
          </a:xfrm>
        </p:grpSpPr>
        <p:pic>
          <p:nvPicPr>
            <p:cNvPr id="242" name="Google Shape;242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74500" y="-2472975"/>
              <a:ext cx="7124699" cy="7124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120325" y="194300"/>
              <a:ext cx="5143500" cy="5143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0"/>
            <p:cNvSpPr/>
            <p:nvPr/>
          </p:nvSpPr>
          <p:spPr>
            <a:xfrm rot="2700000">
              <a:off x="6763888" y="742343"/>
              <a:ext cx="3130220" cy="130673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 rot="2700000">
              <a:off x="6912862" y="686600"/>
              <a:ext cx="3130220" cy="237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8427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6" r:id="rId5"/>
    <p:sldLayoutId id="2147483658" r:id="rId6"/>
    <p:sldLayoutId id="2147483659" r:id="rId7"/>
    <p:sldLayoutId id="2147483667" r:id="rId8"/>
    <p:sldLayoutId id="2147483668" r:id="rId9"/>
    <p:sldLayoutId id="2147483672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microsoft.com/office/2007/relationships/hdphoto" Target="../media/hdphoto1.wdp"/><Relationship Id="rId9" Type="http://schemas.microsoft.com/office/2007/relationships/hdphoto" Target="../media/hdphoto3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6.png"/><Relationship Id="rId7" Type="http://schemas.microsoft.com/office/2007/relationships/hdphoto" Target="../media/hdphoto5.wd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1.svg"/><Relationship Id="rId4" Type="http://schemas.microsoft.com/office/2007/relationships/hdphoto" Target="../media/hdphoto4.wdp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manaswinikk2004@gmail.co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0.xml"/><Relationship Id="rId6" Type="http://schemas.openxmlformats.org/officeDocument/2006/relationships/hyperlink" Target="mailto:kandadasirivennela@gmail.com" TargetMode="External"/><Relationship Id="rId5" Type="http://schemas.openxmlformats.org/officeDocument/2006/relationships/hyperlink" Target="mailto:darshithagongle@gmail.com" TargetMode="External"/><Relationship Id="rId4" Type="http://schemas.openxmlformats.org/officeDocument/2006/relationships/hyperlink" Target="mailto:harikareddy.kushlu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B5E6B6-85B7-A76E-C30E-0732A7956A8D}"/>
              </a:ext>
            </a:extLst>
          </p:cNvPr>
          <p:cNvSpPr txBox="1"/>
          <p:nvPr/>
        </p:nvSpPr>
        <p:spPr>
          <a:xfrm>
            <a:off x="5231218" y="3621445"/>
            <a:ext cx="3513529" cy="1169551"/>
          </a:xfrm>
          <a:prstGeom prst="rect">
            <a:avLst/>
          </a:prstGeom>
          <a:noFill/>
          <a:ln>
            <a:noFill/>
          </a:ln>
          <a:scene3d>
            <a:camera prst="obliqueTopLeft"/>
            <a:lightRig rig="threePt" dir="t"/>
          </a:scene3d>
        </p:spPr>
        <p:txBody>
          <a:bodyPr wrap="square" rtlCol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bg1">
                      <a:lumMod val="50000"/>
                    </a:schemeClr>
                  </a:solidFill>
                </a:ln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21911A0536 Kuppa Ksheeraja Manaswini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bg1">
                      <a:lumMod val="50000"/>
                    </a:schemeClr>
                  </a:solidFill>
                </a:ln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21911A0514 Darshitha Gongle</a:t>
            </a:r>
          </a:p>
          <a:p>
            <a:r>
              <a:rPr lang="en-IN" dirty="0">
                <a:ln>
                  <a:solidFill>
                    <a:schemeClr val="bg1">
                      <a:lumMod val="50000"/>
                    </a:schemeClr>
                  </a:solidFill>
                </a:ln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21911A0550 </a:t>
            </a:r>
            <a:r>
              <a:rPr lang="en-IN" dirty="0" err="1">
                <a:ln>
                  <a:solidFill>
                    <a:schemeClr val="bg1">
                      <a:lumMod val="50000"/>
                    </a:schemeClr>
                  </a:solidFill>
                </a:ln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Peddolla</a:t>
            </a:r>
            <a:r>
              <a:rPr lang="en-IN" dirty="0">
                <a:ln>
                  <a:solidFill>
                    <a:schemeClr val="bg1">
                      <a:lumMod val="50000"/>
                    </a:schemeClr>
                  </a:solidFill>
                </a:ln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 Harika Reddy</a:t>
            </a:r>
            <a:endParaRPr lang="en" dirty="0">
              <a:ln>
                <a:solidFill>
                  <a:schemeClr val="bg1">
                    <a:lumMod val="50000"/>
                  </a:schemeClr>
                </a:solidFill>
              </a:ln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n>
                  <a:solidFill>
                    <a:schemeClr val="bg1">
                      <a:lumMod val="50000"/>
                    </a:schemeClr>
                  </a:solidFill>
                </a:ln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21915A0508 Kandada Sirivennela</a:t>
            </a:r>
          </a:p>
          <a:p>
            <a:endParaRPr lang="en-IN" dirty="0"/>
          </a:p>
        </p:txBody>
      </p:sp>
      <p:sp>
        <p:nvSpPr>
          <p:cNvPr id="281" name="Google Shape;281;p26"/>
          <p:cNvSpPr txBox="1">
            <a:spLocks noGrp="1"/>
          </p:cNvSpPr>
          <p:nvPr>
            <p:ph type="ctrTitle"/>
          </p:nvPr>
        </p:nvSpPr>
        <p:spPr>
          <a:xfrm>
            <a:off x="1449000" y="1381788"/>
            <a:ext cx="6246000" cy="17169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Neutral Note</a:t>
            </a:r>
            <a:br>
              <a:rPr lang="en" dirty="0">
                <a:solidFill>
                  <a:schemeClr val="dk1"/>
                </a:solidFill>
              </a:rPr>
            </a:br>
            <a:r>
              <a:rPr lang="en-US" sz="2000" b="0" dirty="0"/>
              <a:t>A Tool for Promoting Fairness and Objectivity in Written Texts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282" name="Google Shape;282;p26"/>
          <p:cNvSpPr txBox="1">
            <a:spLocks noGrp="1"/>
          </p:cNvSpPr>
          <p:nvPr>
            <p:ph type="subTitle" idx="1"/>
          </p:nvPr>
        </p:nvSpPr>
        <p:spPr>
          <a:xfrm>
            <a:off x="2129483" y="4575552"/>
            <a:ext cx="4739149" cy="475800"/>
          </a:xfrm>
          <a:custGeom>
            <a:avLst/>
            <a:gdLst>
              <a:gd name="connsiteX0" fmla="*/ 0 w 4739149"/>
              <a:gd name="connsiteY0" fmla="*/ 0 h 475800"/>
              <a:gd name="connsiteX1" fmla="*/ 724413 w 4739149"/>
              <a:gd name="connsiteY1" fmla="*/ 0 h 475800"/>
              <a:gd name="connsiteX2" fmla="*/ 1401434 w 4739149"/>
              <a:gd name="connsiteY2" fmla="*/ 0 h 475800"/>
              <a:gd name="connsiteX3" fmla="*/ 2173238 w 4739149"/>
              <a:gd name="connsiteY3" fmla="*/ 0 h 475800"/>
              <a:gd name="connsiteX4" fmla="*/ 2897651 w 4739149"/>
              <a:gd name="connsiteY4" fmla="*/ 0 h 475800"/>
              <a:gd name="connsiteX5" fmla="*/ 3669455 w 4739149"/>
              <a:gd name="connsiteY5" fmla="*/ 0 h 475800"/>
              <a:gd name="connsiteX6" fmla="*/ 4739149 w 4739149"/>
              <a:gd name="connsiteY6" fmla="*/ 0 h 475800"/>
              <a:gd name="connsiteX7" fmla="*/ 4739149 w 4739149"/>
              <a:gd name="connsiteY7" fmla="*/ 475800 h 475800"/>
              <a:gd name="connsiteX8" fmla="*/ 4204302 w 4739149"/>
              <a:gd name="connsiteY8" fmla="*/ 475800 h 475800"/>
              <a:gd name="connsiteX9" fmla="*/ 3527281 w 4739149"/>
              <a:gd name="connsiteY9" fmla="*/ 475800 h 475800"/>
              <a:gd name="connsiteX10" fmla="*/ 2850260 w 4739149"/>
              <a:gd name="connsiteY10" fmla="*/ 475800 h 475800"/>
              <a:gd name="connsiteX11" fmla="*/ 2078455 w 4739149"/>
              <a:gd name="connsiteY11" fmla="*/ 475800 h 475800"/>
              <a:gd name="connsiteX12" fmla="*/ 1354043 w 4739149"/>
              <a:gd name="connsiteY12" fmla="*/ 475800 h 475800"/>
              <a:gd name="connsiteX13" fmla="*/ 677021 w 4739149"/>
              <a:gd name="connsiteY13" fmla="*/ 475800 h 475800"/>
              <a:gd name="connsiteX14" fmla="*/ 0 w 4739149"/>
              <a:gd name="connsiteY14" fmla="*/ 475800 h 475800"/>
              <a:gd name="connsiteX15" fmla="*/ 0 w 4739149"/>
              <a:gd name="connsiteY15" fmla="*/ 0 h 47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475800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59474" y="228450"/>
                  <a:pt x="4718172" y="354102"/>
                  <a:pt x="4739149" y="475800"/>
                </a:cubicBezTo>
                <a:cubicBezTo>
                  <a:pt x="4514515" y="462950"/>
                  <a:pt x="4399843" y="470622"/>
                  <a:pt x="4204302" y="475800"/>
                </a:cubicBezTo>
                <a:cubicBezTo>
                  <a:pt x="4008761" y="480978"/>
                  <a:pt x="3692701" y="449105"/>
                  <a:pt x="3527281" y="475800"/>
                </a:cubicBezTo>
                <a:cubicBezTo>
                  <a:pt x="3361861" y="502495"/>
                  <a:pt x="3097368" y="445124"/>
                  <a:pt x="2850260" y="475800"/>
                </a:cubicBezTo>
                <a:cubicBezTo>
                  <a:pt x="2603152" y="506476"/>
                  <a:pt x="2282657" y="466014"/>
                  <a:pt x="2078455" y="475800"/>
                </a:cubicBezTo>
                <a:cubicBezTo>
                  <a:pt x="1874254" y="485586"/>
                  <a:pt x="1508344" y="484247"/>
                  <a:pt x="1354043" y="475800"/>
                </a:cubicBezTo>
                <a:cubicBezTo>
                  <a:pt x="1199742" y="467353"/>
                  <a:pt x="849219" y="444913"/>
                  <a:pt x="677021" y="475800"/>
                </a:cubicBezTo>
                <a:cubicBezTo>
                  <a:pt x="504823" y="506687"/>
                  <a:pt x="298998" y="460700"/>
                  <a:pt x="0" y="475800"/>
                </a:cubicBezTo>
                <a:cubicBezTo>
                  <a:pt x="102" y="370468"/>
                  <a:pt x="3204" y="146244"/>
                  <a:pt x="0" y="0"/>
                </a:cubicBezTo>
                <a:close/>
              </a:path>
              <a:path w="4739149" h="475800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3644" y="185689"/>
                  <a:pt x="4746334" y="239530"/>
                  <a:pt x="4739149" y="475800"/>
                </a:cubicBezTo>
                <a:cubicBezTo>
                  <a:pt x="4517016" y="496743"/>
                  <a:pt x="4363747" y="501697"/>
                  <a:pt x="4156911" y="475800"/>
                </a:cubicBezTo>
                <a:cubicBezTo>
                  <a:pt x="3950075" y="449903"/>
                  <a:pt x="3780773" y="465123"/>
                  <a:pt x="3622064" y="475800"/>
                </a:cubicBezTo>
                <a:cubicBezTo>
                  <a:pt x="3463355" y="486477"/>
                  <a:pt x="3260596" y="475947"/>
                  <a:pt x="3087217" y="475800"/>
                </a:cubicBezTo>
                <a:cubicBezTo>
                  <a:pt x="2913838" y="475653"/>
                  <a:pt x="2749462" y="504575"/>
                  <a:pt x="2504979" y="475800"/>
                </a:cubicBezTo>
                <a:cubicBezTo>
                  <a:pt x="2260496" y="447025"/>
                  <a:pt x="2189628" y="449066"/>
                  <a:pt x="1922740" y="475800"/>
                </a:cubicBezTo>
                <a:cubicBezTo>
                  <a:pt x="1655852" y="502534"/>
                  <a:pt x="1582504" y="463988"/>
                  <a:pt x="1293111" y="475800"/>
                </a:cubicBezTo>
                <a:cubicBezTo>
                  <a:pt x="1003718" y="487612"/>
                  <a:pt x="766306" y="447276"/>
                  <a:pt x="616089" y="475800"/>
                </a:cubicBezTo>
                <a:cubicBezTo>
                  <a:pt x="465872" y="504324"/>
                  <a:pt x="193975" y="447596"/>
                  <a:pt x="0" y="475800"/>
                </a:cubicBezTo>
                <a:cubicBezTo>
                  <a:pt x="-17805" y="309924"/>
                  <a:pt x="16709" y="10894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US" sz="1400" i="1" dirty="0"/>
              <a:t>Making Words Matter: Enhancing Objectivity Through AI</a:t>
            </a:r>
            <a:endParaRPr lang="en" sz="1400" i="1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>
            <a:spLocks noGrp="1"/>
          </p:cNvSpPr>
          <p:nvPr>
            <p:ph type="title"/>
          </p:nvPr>
        </p:nvSpPr>
        <p:spPr>
          <a:xfrm>
            <a:off x="720000" y="227162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of contents</a:t>
            </a:r>
            <a:endParaRPr dirty="0"/>
          </a:p>
        </p:txBody>
      </p:sp>
      <p:sp>
        <p:nvSpPr>
          <p:cNvPr id="297" name="Google Shape;297;p28"/>
          <p:cNvSpPr txBox="1">
            <a:spLocks noGrp="1"/>
          </p:cNvSpPr>
          <p:nvPr>
            <p:ph type="title" idx="2"/>
          </p:nvPr>
        </p:nvSpPr>
        <p:spPr>
          <a:xfrm>
            <a:off x="731162" y="91390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title" idx="3"/>
          </p:nvPr>
        </p:nvSpPr>
        <p:spPr>
          <a:xfrm>
            <a:off x="737884" y="4201704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99" name="Google Shape;299;p28"/>
          <p:cNvSpPr txBox="1">
            <a:spLocks noGrp="1"/>
          </p:cNvSpPr>
          <p:nvPr>
            <p:ph type="title" idx="4"/>
          </p:nvPr>
        </p:nvSpPr>
        <p:spPr>
          <a:xfrm>
            <a:off x="731162" y="160216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title" idx="5"/>
          </p:nvPr>
        </p:nvSpPr>
        <p:spPr>
          <a:xfrm>
            <a:off x="4388400" y="90831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8"/>
          </p:nvPr>
        </p:nvSpPr>
        <p:spPr>
          <a:xfrm>
            <a:off x="1454376" y="1595921"/>
            <a:ext cx="2695500" cy="453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dirty="0"/>
          </a:p>
        </p:txBody>
      </p:sp>
      <p:sp>
        <p:nvSpPr>
          <p:cNvPr id="302" name="Google Shape;302;p28"/>
          <p:cNvSpPr txBox="1">
            <a:spLocks noGrp="1"/>
          </p:cNvSpPr>
          <p:nvPr>
            <p:ph type="title" idx="6"/>
          </p:nvPr>
        </p:nvSpPr>
        <p:spPr>
          <a:xfrm>
            <a:off x="731162" y="2290438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title" idx="7"/>
          </p:nvPr>
        </p:nvSpPr>
        <p:spPr>
          <a:xfrm>
            <a:off x="4388400" y="1602530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1"/>
          </p:nvPr>
        </p:nvSpPr>
        <p:spPr>
          <a:xfrm>
            <a:off x="1465862" y="920193"/>
            <a:ext cx="2695500" cy="4413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Abstract</a:t>
            </a:r>
            <a:endParaRPr dirty="0"/>
          </a:p>
        </p:txBody>
      </p:sp>
      <p:sp>
        <p:nvSpPr>
          <p:cNvPr id="305" name="Google Shape;305;p28"/>
          <p:cNvSpPr txBox="1">
            <a:spLocks noGrp="1"/>
          </p:cNvSpPr>
          <p:nvPr>
            <p:ph type="subTitle" idx="9"/>
          </p:nvPr>
        </p:nvSpPr>
        <p:spPr>
          <a:xfrm>
            <a:off x="1454376" y="2294907"/>
            <a:ext cx="2695500" cy="4302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Existing System</a:t>
            </a:r>
            <a:endParaRPr dirty="0"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13"/>
          </p:nvPr>
        </p:nvSpPr>
        <p:spPr>
          <a:xfrm>
            <a:off x="1482895" y="4195456"/>
            <a:ext cx="3098880" cy="4538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Scope </a:t>
            </a:r>
            <a:endParaRPr dirty="0"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14"/>
          </p:nvPr>
        </p:nvSpPr>
        <p:spPr>
          <a:xfrm>
            <a:off x="5123100" y="907533"/>
            <a:ext cx="2695500" cy="4483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Architecture</a:t>
            </a:r>
            <a:endParaRPr dirty="0"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15"/>
          </p:nvPr>
        </p:nvSpPr>
        <p:spPr>
          <a:xfrm>
            <a:off x="5123100" y="1602896"/>
            <a:ext cx="2695500" cy="4635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Modules</a:t>
            </a:r>
            <a:endParaRPr dirty="0"/>
          </a:p>
        </p:txBody>
      </p:sp>
      <p:sp>
        <p:nvSpPr>
          <p:cNvPr id="2" name="Google Shape;298;p28">
            <a:extLst>
              <a:ext uri="{FF2B5EF4-FFF2-40B4-BE49-F238E27FC236}">
                <a16:creationId xmlns:a16="http://schemas.microsoft.com/office/drawing/2014/main" id="{55777903-253B-931A-33A9-42BE2420ADB8}"/>
              </a:ext>
            </a:extLst>
          </p:cNvPr>
          <p:cNvSpPr txBox="1">
            <a:spLocks/>
          </p:cNvSpPr>
          <p:nvPr/>
        </p:nvSpPr>
        <p:spPr>
          <a:xfrm>
            <a:off x="724230" y="2951797"/>
            <a:ext cx="7347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3" name="Google Shape;298;p28">
            <a:extLst>
              <a:ext uri="{FF2B5EF4-FFF2-40B4-BE49-F238E27FC236}">
                <a16:creationId xmlns:a16="http://schemas.microsoft.com/office/drawing/2014/main" id="{D8BEA5A4-00F2-0F41-8466-9AA5D114B5A1}"/>
              </a:ext>
            </a:extLst>
          </p:cNvPr>
          <p:cNvSpPr txBox="1">
            <a:spLocks/>
          </p:cNvSpPr>
          <p:nvPr/>
        </p:nvSpPr>
        <p:spPr>
          <a:xfrm>
            <a:off x="724242" y="3596843"/>
            <a:ext cx="7347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4" name="Google Shape;298;p28">
            <a:extLst>
              <a:ext uri="{FF2B5EF4-FFF2-40B4-BE49-F238E27FC236}">
                <a16:creationId xmlns:a16="http://schemas.microsoft.com/office/drawing/2014/main" id="{133151C5-9FB9-8A82-2829-F32833D01E51}"/>
              </a:ext>
            </a:extLst>
          </p:cNvPr>
          <p:cNvSpPr txBox="1">
            <a:spLocks/>
          </p:cNvSpPr>
          <p:nvPr/>
        </p:nvSpPr>
        <p:spPr>
          <a:xfrm>
            <a:off x="4388400" y="2908927"/>
            <a:ext cx="7347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10</a:t>
            </a:r>
          </a:p>
        </p:txBody>
      </p:sp>
      <p:sp>
        <p:nvSpPr>
          <p:cNvPr id="5" name="Google Shape;298;p28">
            <a:extLst>
              <a:ext uri="{FF2B5EF4-FFF2-40B4-BE49-F238E27FC236}">
                <a16:creationId xmlns:a16="http://schemas.microsoft.com/office/drawing/2014/main" id="{5B8CC748-75AF-88AD-A9E7-B85F9AF3DECB}"/>
              </a:ext>
            </a:extLst>
          </p:cNvPr>
          <p:cNvSpPr txBox="1">
            <a:spLocks/>
          </p:cNvSpPr>
          <p:nvPr/>
        </p:nvSpPr>
        <p:spPr>
          <a:xfrm>
            <a:off x="4388400" y="2263881"/>
            <a:ext cx="7347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09</a:t>
            </a:r>
          </a:p>
        </p:txBody>
      </p:sp>
      <p:sp>
        <p:nvSpPr>
          <p:cNvPr id="6" name="Google Shape;305;p28">
            <a:extLst>
              <a:ext uri="{FF2B5EF4-FFF2-40B4-BE49-F238E27FC236}">
                <a16:creationId xmlns:a16="http://schemas.microsoft.com/office/drawing/2014/main" id="{53FD2FD9-343A-C78D-CD16-E32FF7251DBA}"/>
              </a:ext>
            </a:extLst>
          </p:cNvPr>
          <p:cNvSpPr txBox="1">
            <a:spLocks/>
          </p:cNvSpPr>
          <p:nvPr/>
        </p:nvSpPr>
        <p:spPr>
          <a:xfrm>
            <a:off x="1454376" y="2939198"/>
            <a:ext cx="2695500" cy="45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/>
              <a:t>Proposed System</a:t>
            </a:r>
          </a:p>
        </p:txBody>
      </p:sp>
      <p:sp>
        <p:nvSpPr>
          <p:cNvPr id="7" name="Google Shape;305;p28">
            <a:extLst>
              <a:ext uri="{FF2B5EF4-FFF2-40B4-BE49-F238E27FC236}">
                <a16:creationId xmlns:a16="http://schemas.microsoft.com/office/drawing/2014/main" id="{A9143D14-5BA2-59E4-2CA8-3FCA897F7D83}"/>
              </a:ext>
            </a:extLst>
          </p:cNvPr>
          <p:cNvSpPr txBox="1">
            <a:spLocks/>
          </p:cNvSpPr>
          <p:nvPr/>
        </p:nvSpPr>
        <p:spPr>
          <a:xfrm>
            <a:off x="1454376" y="3593464"/>
            <a:ext cx="2695500" cy="437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/>
              <a:t>Requirements</a:t>
            </a:r>
          </a:p>
        </p:txBody>
      </p:sp>
      <p:sp>
        <p:nvSpPr>
          <p:cNvPr id="8" name="Google Shape;308;p28">
            <a:extLst>
              <a:ext uri="{FF2B5EF4-FFF2-40B4-BE49-F238E27FC236}">
                <a16:creationId xmlns:a16="http://schemas.microsoft.com/office/drawing/2014/main" id="{F26FFD8B-AFCF-5089-C7A7-4094F24522CE}"/>
              </a:ext>
            </a:extLst>
          </p:cNvPr>
          <p:cNvSpPr txBox="1">
            <a:spLocks/>
          </p:cNvSpPr>
          <p:nvPr/>
        </p:nvSpPr>
        <p:spPr>
          <a:xfrm>
            <a:off x="5133411" y="2914943"/>
            <a:ext cx="2695500" cy="437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/>
              <a:t>Implementation</a:t>
            </a:r>
          </a:p>
        </p:txBody>
      </p:sp>
      <p:sp>
        <p:nvSpPr>
          <p:cNvPr id="9" name="Google Shape;308;p28">
            <a:extLst>
              <a:ext uri="{FF2B5EF4-FFF2-40B4-BE49-F238E27FC236}">
                <a16:creationId xmlns:a16="http://schemas.microsoft.com/office/drawing/2014/main" id="{C772E22F-AF37-596B-41ED-F9970F9EDE36}"/>
              </a:ext>
            </a:extLst>
          </p:cNvPr>
          <p:cNvSpPr txBox="1">
            <a:spLocks/>
          </p:cNvSpPr>
          <p:nvPr/>
        </p:nvSpPr>
        <p:spPr>
          <a:xfrm>
            <a:off x="5133411" y="2274003"/>
            <a:ext cx="2695500" cy="437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sz="1600" dirty="0"/>
              <a:t>Design (UML Diagrams)</a:t>
            </a:r>
          </a:p>
        </p:txBody>
      </p:sp>
      <p:sp>
        <p:nvSpPr>
          <p:cNvPr id="10" name="Google Shape;298;p28">
            <a:extLst>
              <a:ext uri="{FF2B5EF4-FFF2-40B4-BE49-F238E27FC236}">
                <a16:creationId xmlns:a16="http://schemas.microsoft.com/office/drawing/2014/main" id="{422BADE4-128D-C900-6680-3ADBDCD0777F}"/>
              </a:ext>
            </a:extLst>
          </p:cNvPr>
          <p:cNvSpPr txBox="1">
            <a:spLocks/>
          </p:cNvSpPr>
          <p:nvPr/>
        </p:nvSpPr>
        <p:spPr>
          <a:xfrm>
            <a:off x="4388400" y="3534061"/>
            <a:ext cx="7347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11</a:t>
            </a:r>
          </a:p>
        </p:txBody>
      </p:sp>
      <p:sp>
        <p:nvSpPr>
          <p:cNvPr id="11" name="Google Shape;308;p28">
            <a:extLst>
              <a:ext uri="{FF2B5EF4-FFF2-40B4-BE49-F238E27FC236}">
                <a16:creationId xmlns:a16="http://schemas.microsoft.com/office/drawing/2014/main" id="{E4F2EDF6-E23E-D9C5-555F-5CB2C9001A7B}"/>
              </a:ext>
            </a:extLst>
          </p:cNvPr>
          <p:cNvSpPr txBox="1">
            <a:spLocks/>
          </p:cNvSpPr>
          <p:nvPr/>
        </p:nvSpPr>
        <p:spPr>
          <a:xfrm>
            <a:off x="5123100" y="3518222"/>
            <a:ext cx="2695500" cy="437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/>
              <a:t>Execution</a:t>
            </a:r>
          </a:p>
        </p:txBody>
      </p:sp>
      <p:sp>
        <p:nvSpPr>
          <p:cNvPr id="12" name="Google Shape;298;p28">
            <a:extLst>
              <a:ext uri="{FF2B5EF4-FFF2-40B4-BE49-F238E27FC236}">
                <a16:creationId xmlns:a16="http://schemas.microsoft.com/office/drawing/2014/main" id="{A3507D57-D10E-92A4-0A3A-6671C6A88D93}"/>
              </a:ext>
            </a:extLst>
          </p:cNvPr>
          <p:cNvSpPr txBox="1">
            <a:spLocks/>
          </p:cNvSpPr>
          <p:nvPr/>
        </p:nvSpPr>
        <p:spPr>
          <a:xfrm>
            <a:off x="4388400" y="4159195"/>
            <a:ext cx="734700" cy="44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accent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12</a:t>
            </a:r>
          </a:p>
        </p:txBody>
      </p:sp>
      <p:sp>
        <p:nvSpPr>
          <p:cNvPr id="13" name="Google Shape;308;p28">
            <a:extLst>
              <a:ext uri="{FF2B5EF4-FFF2-40B4-BE49-F238E27FC236}">
                <a16:creationId xmlns:a16="http://schemas.microsoft.com/office/drawing/2014/main" id="{84784748-5855-81AF-E115-9C70CA5675E4}"/>
              </a:ext>
            </a:extLst>
          </p:cNvPr>
          <p:cNvSpPr txBox="1">
            <a:spLocks/>
          </p:cNvSpPr>
          <p:nvPr/>
        </p:nvSpPr>
        <p:spPr>
          <a:xfrm>
            <a:off x="5123100" y="4046785"/>
            <a:ext cx="3464784" cy="437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1800" b="1" i="0" u="none" strike="noStrike" cap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"/>
              <a:buNone/>
              <a:defRPr sz="24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marL="0" indent="0"/>
            <a:r>
              <a:rPr lang="en-IN" dirty="0"/>
              <a:t>Conclusion and Future Enhancements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" grpId="0" animBg="1"/>
      <p:bldP spid="298" grpId="0" animBg="1"/>
      <p:bldP spid="299" grpId="0" animBg="1"/>
      <p:bldP spid="300" grpId="0" animBg="1"/>
      <p:bldP spid="301" grpId="0" build="p"/>
      <p:bldP spid="302" grpId="0" animBg="1"/>
      <p:bldP spid="303" grpId="0" animBg="1"/>
      <p:bldP spid="304" grpId="0" build="p"/>
      <p:bldP spid="305" grpId="0" build="p"/>
      <p:bldP spid="306" grpId="0" build="p"/>
      <p:bldP spid="307" grpId="0" build="p"/>
      <p:bldP spid="308" grpId="0" build="p"/>
      <p:bldP spid="2" grpId="0" animBg="1"/>
      <p:bldP spid="3" grpId="0" animBg="1"/>
      <p:bldP spid="4" grpId="0" animBg="1"/>
      <p:bldP spid="5" grpId="0" animBg="1"/>
      <p:bldP spid="6" grpId="0" build="p"/>
      <p:bldP spid="7" grpId="0" build="p"/>
      <p:bldP spid="8" grpId="0" build="p"/>
      <p:bldP spid="9" grpId="0" build="p"/>
      <p:bldP spid="10" grpId="0" animBg="1"/>
      <p:bldP spid="11" grpId="0" build="p"/>
      <p:bldP spid="12" grpId="0" animBg="1"/>
      <p:bldP spid="1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1263976" y="9144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Abstract</a:t>
            </a:r>
            <a:br>
              <a:rPr lang="en-IN" dirty="0"/>
            </a:b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115665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Addressing Bias, One Sentence at a Time.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2343FE-0832-C255-E167-2682FCE8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950" y="-148300"/>
            <a:ext cx="2346958" cy="2346958"/>
          </a:xfrm>
          <a:prstGeom prst="rect">
            <a:avLst/>
          </a:prstGeom>
        </p:spPr>
      </p:pic>
      <p:sp>
        <p:nvSpPr>
          <p:cNvPr id="9" name="Google Shape;434;p39">
            <a:extLst>
              <a:ext uri="{FF2B5EF4-FFF2-40B4-BE49-F238E27FC236}">
                <a16:creationId xmlns:a16="http://schemas.microsoft.com/office/drawing/2014/main" id="{C4939269-CE1B-E227-452B-1D823FDEE507}"/>
              </a:ext>
            </a:extLst>
          </p:cNvPr>
          <p:cNvSpPr txBox="1">
            <a:spLocks/>
          </p:cNvSpPr>
          <p:nvPr/>
        </p:nvSpPr>
        <p:spPr>
          <a:xfrm>
            <a:off x="1022489" y="1574503"/>
            <a:ext cx="2559420" cy="2477709"/>
          </a:xfrm>
          <a:prstGeom prst="rect">
            <a:avLst/>
          </a:prstGeom>
          <a:ln>
            <a:solidFill>
              <a:schemeClr val="bg2"/>
            </a:solidFill>
            <a:prstDash val="lgDash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38150" indent="-285750">
              <a:lnSpc>
                <a:spcPct val="150000"/>
              </a:lnSpc>
              <a:buSzPts val="1200"/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Detects and highlights toxic text in real-time.</a:t>
            </a:r>
          </a:p>
          <a:p>
            <a:pPr marL="438150" indent="-285750">
              <a:lnSpc>
                <a:spcPct val="150000"/>
              </a:lnSpc>
              <a:buSzPts val="1200"/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Based on TensorFlow’s pre-trained model.</a:t>
            </a:r>
          </a:p>
          <a:p>
            <a:pPr marL="438150" indent="-285750">
              <a:lnSpc>
                <a:spcPct val="150000"/>
              </a:lnSpc>
              <a:buSzPts val="1200"/>
              <a:buFont typeface="Arial" panose="020B0604020202020204" pitchFamily="34" charset="0"/>
              <a:buChar char="•"/>
            </a:pPr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Promotes neutral language.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7019A6-1FEE-0C9A-3CC1-29FF4EABFE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8938995"/>
              </p:ext>
            </p:extLst>
          </p:nvPr>
        </p:nvGraphicFramePr>
        <p:xfrm>
          <a:off x="3823396" y="1213424"/>
          <a:ext cx="3940618" cy="28857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E99122FF-F1BF-E503-F342-92EE7E4A8D78}"/>
              </a:ext>
            </a:extLst>
          </p:cNvPr>
          <p:cNvGrpSpPr/>
          <p:nvPr/>
        </p:nvGrpSpPr>
        <p:grpSpPr>
          <a:xfrm>
            <a:off x="7838902" y="2309832"/>
            <a:ext cx="177857" cy="221868"/>
            <a:chOff x="2534686" y="1054914"/>
            <a:chExt cx="177857" cy="221868"/>
          </a:xfrm>
        </p:grpSpPr>
        <p:sp>
          <p:nvSpPr>
            <p:cNvPr id="7" name="Arrow: Right 6">
              <a:extLst>
                <a:ext uri="{FF2B5EF4-FFF2-40B4-BE49-F238E27FC236}">
                  <a16:creationId xmlns:a16="http://schemas.microsoft.com/office/drawing/2014/main" id="{DB4B2FDC-9DC9-22C0-6FC8-985F7B099E6B}"/>
                </a:ext>
              </a:extLst>
            </p:cNvPr>
            <p:cNvSpPr/>
            <p:nvPr/>
          </p:nvSpPr>
          <p:spPr>
            <a:xfrm>
              <a:off x="2534686" y="1054914"/>
              <a:ext cx="177857" cy="22186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Arrow: Right 4">
              <a:extLst>
                <a:ext uri="{FF2B5EF4-FFF2-40B4-BE49-F238E27FC236}">
                  <a16:creationId xmlns:a16="http://schemas.microsoft.com/office/drawing/2014/main" id="{95813C5E-4C60-40B0-7785-6BF563B6212A}"/>
                </a:ext>
              </a:extLst>
            </p:cNvPr>
            <p:cNvSpPr txBox="1"/>
            <p:nvPr/>
          </p:nvSpPr>
          <p:spPr>
            <a:xfrm>
              <a:off x="2534686" y="1099288"/>
              <a:ext cx="124500" cy="13312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4445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IN" sz="1000" kern="1200"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905274C-16DD-38AA-F0BE-D56A1445746A}"/>
              </a:ext>
            </a:extLst>
          </p:cNvPr>
          <p:cNvSpPr/>
          <p:nvPr/>
        </p:nvSpPr>
        <p:spPr>
          <a:xfrm>
            <a:off x="8121511" y="1900978"/>
            <a:ext cx="923351" cy="923351"/>
          </a:xfrm>
          <a:prstGeom prst="roundRect">
            <a:avLst>
              <a:gd name="adj" fmla="val 10000"/>
            </a:avLst>
          </a:prstGeom>
          <a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1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50EF6B5-E62E-5E2F-44A5-8108B4469CDC}"/>
              </a:ext>
            </a:extLst>
          </p:cNvPr>
          <p:cNvGrpSpPr/>
          <p:nvPr/>
        </p:nvGrpSpPr>
        <p:grpSpPr>
          <a:xfrm>
            <a:off x="8267684" y="2542562"/>
            <a:ext cx="923351" cy="923351"/>
            <a:chOff x="3017266" y="1358330"/>
            <a:chExt cx="923351" cy="923351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B244E4A-49B5-D70D-899D-24A4D0C23013}"/>
                </a:ext>
              </a:extLst>
            </p:cNvPr>
            <p:cNvSpPr/>
            <p:nvPr/>
          </p:nvSpPr>
          <p:spPr>
            <a:xfrm>
              <a:off x="3017266" y="1358330"/>
              <a:ext cx="923351" cy="923351"/>
            </a:xfrm>
            <a:prstGeom prst="roundRect">
              <a:avLst>
                <a:gd name="adj" fmla="val 10000"/>
              </a:avLst>
            </a:prstGeom>
          </p:spPr>
          <p:style>
            <a:lnRef idx="3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1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5C34AAC7-D441-BAFF-8A45-6BA7D5A86653}"/>
                </a:ext>
              </a:extLst>
            </p:cNvPr>
            <p:cNvSpPr txBox="1"/>
            <p:nvPr/>
          </p:nvSpPr>
          <p:spPr>
            <a:xfrm>
              <a:off x="3044310" y="1385374"/>
              <a:ext cx="869263" cy="86926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1910" tIns="41910" rIns="41910" bIns="41910" numCol="1" spcCol="1270" anchor="ctr" anchorCtr="0">
              <a:noAutofit/>
            </a:bodyPr>
            <a:lstStyle/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1050" b="1" kern="1200" dirty="0"/>
                <a:t>Rephrasing</a:t>
              </a:r>
            </a:p>
            <a:p>
              <a:pPr marL="0" lvl="0" indent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IN" sz="900" kern="1200" dirty="0"/>
                <a:t>Detoxifies the sentence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1263976" y="9144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Introduction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115665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Guiding Language Towards Objectivity.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B31ABC-24AF-E7AF-6008-0591B44BB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069" y="28891"/>
            <a:ext cx="1484101" cy="1484101"/>
          </a:xfrm>
          <a:prstGeom prst="rect">
            <a:avLst/>
          </a:prstGeom>
        </p:spPr>
      </p:pic>
      <p:sp>
        <p:nvSpPr>
          <p:cNvPr id="2" name="Google Shape;350;p32">
            <a:extLst>
              <a:ext uri="{FF2B5EF4-FFF2-40B4-BE49-F238E27FC236}">
                <a16:creationId xmlns:a16="http://schemas.microsoft.com/office/drawing/2014/main" id="{F4764103-3D2C-E5E3-8200-4D3410CD3ADA}"/>
              </a:ext>
            </a:extLst>
          </p:cNvPr>
          <p:cNvSpPr txBox="1">
            <a:spLocks/>
          </p:cNvSpPr>
          <p:nvPr/>
        </p:nvSpPr>
        <p:spPr>
          <a:xfrm>
            <a:off x="824913" y="1651375"/>
            <a:ext cx="2175300" cy="202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bg1">
                    <a:lumMod val="25000"/>
                  </a:schemeClr>
                </a:solidFill>
              </a:rPr>
              <a:t>Biased language is more than just words—it shapes perceptions, influences behavior, and perpetuates stereotypes. When biases are embedded in language, they can have far-reaching consequences.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5B40BD-73C5-1BE0-8461-A34BD4D61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172" y="1651375"/>
            <a:ext cx="4020915" cy="2348724"/>
          </a:xfrm>
          <a:prstGeom prst="rect">
            <a:avLst/>
          </a:prstGeom>
          <a:ln>
            <a:solidFill>
              <a:schemeClr val="bg1">
                <a:lumMod val="2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4057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3753811" y="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Existing System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675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016894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Harnessing AI to Detect and Correct Bias.</a:t>
            </a:r>
          </a:p>
        </p:txBody>
      </p:sp>
      <p:sp>
        <p:nvSpPr>
          <p:cNvPr id="2" name="Google Shape;440;p39">
            <a:extLst>
              <a:ext uri="{FF2B5EF4-FFF2-40B4-BE49-F238E27FC236}">
                <a16:creationId xmlns:a16="http://schemas.microsoft.com/office/drawing/2014/main" id="{BD23CBA0-E13C-8D03-E380-921FEEAEFBDA}"/>
              </a:ext>
            </a:extLst>
          </p:cNvPr>
          <p:cNvSpPr/>
          <p:nvPr/>
        </p:nvSpPr>
        <p:spPr>
          <a:xfrm>
            <a:off x="4521485" y="807603"/>
            <a:ext cx="4371900" cy="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441;p39">
            <a:extLst>
              <a:ext uri="{FF2B5EF4-FFF2-40B4-BE49-F238E27FC236}">
                <a16:creationId xmlns:a16="http://schemas.microsoft.com/office/drawing/2014/main" id="{3E4D0B36-28A5-C952-EBB5-D77DC9385FD3}"/>
              </a:ext>
            </a:extLst>
          </p:cNvPr>
          <p:cNvSpPr/>
          <p:nvPr/>
        </p:nvSpPr>
        <p:spPr>
          <a:xfrm>
            <a:off x="4533777" y="909379"/>
            <a:ext cx="4371900" cy="11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" name="Google Shape;434;p39">
            <a:extLst>
              <a:ext uri="{FF2B5EF4-FFF2-40B4-BE49-F238E27FC236}">
                <a16:creationId xmlns:a16="http://schemas.microsoft.com/office/drawing/2014/main" id="{BFB05FAA-96A4-61D5-6577-B3A0D6670F7F}"/>
              </a:ext>
            </a:extLst>
          </p:cNvPr>
          <p:cNvSpPr txBox="1">
            <a:spLocks/>
          </p:cNvSpPr>
          <p:nvPr/>
        </p:nvSpPr>
        <p:spPr>
          <a:xfrm>
            <a:off x="967249" y="1575418"/>
            <a:ext cx="7203935" cy="30812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1200"/>
            </a:pP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54CE914-D2DC-ED7B-F62B-329DCCA948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1304" y="1353088"/>
            <a:ext cx="2436089" cy="13203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8713E99-F8D5-E404-BF1C-EC74E7991B34}"/>
              </a:ext>
            </a:extLst>
          </p:cNvPr>
          <p:cNvSpPr txBox="1"/>
          <p:nvPr/>
        </p:nvSpPr>
        <p:spPr>
          <a:xfrm>
            <a:off x="1052920" y="2320759"/>
            <a:ext cx="167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2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Grammarly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97A72CD-3351-2AF2-1014-E719598813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38667" y1="52000" x2="38667" y2="52000"/>
                        <a14:foregroundMark x1="60000" y1="51556" x2="60000" y2="515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8485" y="1670238"/>
            <a:ext cx="686000" cy="6860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A91C591-0F11-C6D6-0773-6DFBF447B1CF}"/>
              </a:ext>
            </a:extLst>
          </p:cNvPr>
          <p:cNvSpPr txBox="1"/>
          <p:nvPr/>
        </p:nvSpPr>
        <p:spPr>
          <a:xfrm>
            <a:off x="3727411" y="2298712"/>
            <a:ext cx="167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2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Quillbot</a:t>
            </a: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647C305-C2FC-9473-0DFD-1B35D97EE9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7051" y="1731271"/>
            <a:ext cx="624967" cy="624967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4CD9D90-2EC0-3D4D-9426-18C9F7275FE7}"/>
              </a:ext>
            </a:extLst>
          </p:cNvPr>
          <p:cNvSpPr txBox="1"/>
          <p:nvPr/>
        </p:nvSpPr>
        <p:spPr>
          <a:xfrm>
            <a:off x="6304031" y="2394408"/>
            <a:ext cx="167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2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Facebook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D2BC37C-CCD7-1CF7-1DAE-5B15443C60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333" b="94667" l="5778" r="96000">
                        <a14:foregroundMark x1="63856" y1="56273" x2="69778" y2="60889"/>
                        <a14:foregroundMark x1="21239" y1="23057" x2="28613" y2="28805"/>
                        <a14:foregroundMark x1="9333" y1="13778" x2="14977" y2="18177"/>
                        <a14:foregroundMark x1="67300" y1="85666" x2="67111" y2="87556"/>
                        <a14:foregroundMark x1="69778" y1="60889" x2="69281" y2="65862"/>
                        <a14:foregroundMark x1="30353" y1="13778" x2="32000" y2="13778"/>
                        <a14:foregroundMark x1="10667" y1="13778" x2="17777" y2="13778"/>
                        <a14:foregroundMark x1="20420" y1="9626" x2="6222" y2="7556"/>
                        <a14:foregroundMark x1="26280" y1="10481" x2="23674" y2="10101"/>
                        <a14:foregroundMark x1="70222" y1="90667" x2="86222" y2="85333"/>
                        <a14:foregroundMark x1="90667" y1="92889" x2="96000" y2="95111"/>
                        <a14:foregroundMark x1="84000" y1="9778" x2="80000" y2="5333"/>
                        <a14:backgroundMark x1="33778" y1="33333" x2="41333" y2="33333"/>
                        <a14:backgroundMark x1="39111" y1="36444" x2="40444" y2="37333"/>
                        <a14:backgroundMark x1="22222" y1="16000" x2="22222" y2="16000"/>
                        <a14:backgroundMark x1="22222" y1="16000" x2="26667" y2="17333"/>
                        <a14:backgroundMark x1="41333" y1="35111" x2="57333" y2="60000"/>
                        <a14:backgroundMark x1="67111" y1="70667" x2="68000" y2="71556"/>
                        <a14:backgroundMark x1="64889" y1="68444" x2="74667" y2="83111"/>
                        <a14:backgroundMark x1="17778" y1="13778" x2="21333" y2="13778"/>
                        <a14:backgroundMark x1="21333" y1="12889" x2="25333" y2="20444"/>
                        <a14:backgroundMark x1="28444" y1="28889" x2="33778" y2="38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804739" y="3358391"/>
            <a:ext cx="506522" cy="506522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14B02EA-17BA-3D8C-3B58-9B53652A5C6A}"/>
              </a:ext>
            </a:extLst>
          </p:cNvPr>
          <p:cNvSpPr txBox="1"/>
          <p:nvPr/>
        </p:nvSpPr>
        <p:spPr>
          <a:xfrm>
            <a:off x="5148754" y="3794112"/>
            <a:ext cx="167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2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Instagram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ED7B23E3-39A0-7D6C-71C8-05960CBFC6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1948" y="3155426"/>
            <a:ext cx="640872" cy="64087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7D81EFD3-B31D-B926-FE7C-1448A5AB7695}"/>
              </a:ext>
            </a:extLst>
          </p:cNvPr>
          <p:cNvSpPr txBox="1"/>
          <p:nvPr/>
        </p:nvSpPr>
        <p:spPr>
          <a:xfrm>
            <a:off x="2373972" y="3973410"/>
            <a:ext cx="1672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25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9100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2" grpId="0" animBg="1"/>
      <p:bldP spid="3" grpId="0" animBg="1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1526246" y="120569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ea typeface="Raleway Medium"/>
                <a:cs typeface="Raleway Medium"/>
              </a:rPr>
              <a:t>Proposed System</a:t>
            </a:r>
            <a:br>
              <a:rPr lang="en-IN" dirty="0">
                <a:ea typeface="Raleway Medium"/>
                <a:cs typeface="Raleway Medium"/>
              </a:rPr>
            </a:br>
            <a:r>
              <a:rPr lang="en-IN" sz="2000" dirty="0">
                <a:ea typeface="Raleway Medium"/>
                <a:cs typeface="Raleway Medium"/>
              </a:rPr>
              <a:t>using </a:t>
            </a:r>
            <a:r>
              <a:rPr lang="en-IN" sz="2000" i="1" u="sng" dirty="0">
                <a:ea typeface="Raleway Medium"/>
                <a:cs typeface="Raleway Medium"/>
              </a:rPr>
              <a:t>Detoxify</a:t>
            </a:r>
            <a:r>
              <a:rPr lang="en-IN" sz="2000" i="1" dirty="0">
                <a:ea typeface="Raleway Medium"/>
                <a:cs typeface="Raleway Medium"/>
              </a:rPr>
              <a:t> </a:t>
            </a:r>
            <a:r>
              <a:rPr lang="en-IN" sz="2000" dirty="0">
                <a:ea typeface="Raleway Medium"/>
                <a:cs typeface="Raleway Medium"/>
              </a:rPr>
              <a:t>model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115665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Expanding Horizons, Enhancing Accuracy.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6F314B-D664-54A9-BD5E-B35749EF9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60" y="-173190"/>
            <a:ext cx="1718039" cy="1718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EB46B63-CD63-0DF8-D12B-1C471572AEF9}"/>
              </a:ext>
            </a:extLst>
          </p:cNvPr>
          <p:cNvSpPr txBox="1"/>
          <p:nvPr/>
        </p:nvSpPr>
        <p:spPr>
          <a:xfrm>
            <a:off x="4522382" y="1581549"/>
            <a:ext cx="3950898" cy="1323439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It </a:t>
            </a:r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can detect multiple types of toxic behavior, classified into different attributes: Toxicity, Severe Toxicity, Identity Attack, Insult, Threat, Obscene, Sexually Explicit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D6A829-F446-8C2A-59A4-7D3E8C958929}"/>
              </a:ext>
            </a:extLst>
          </p:cNvPr>
          <p:cNvSpPr txBox="1"/>
          <p:nvPr/>
        </p:nvSpPr>
        <p:spPr>
          <a:xfrm>
            <a:off x="397782" y="1731601"/>
            <a:ext cx="2893138" cy="1077218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Provides a thorough analysis to ensure a fair detection of toxicity considering the context.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E8302B-0686-492A-56BA-08924F97DE8A}"/>
              </a:ext>
            </a:extLst>
          </p:cNvPr>
          <p:cNvSpPr txBox="1"/>
          <p:nvPr/>
        </p:nvSpPr>
        <p:spPr>
          <a:xfrm>
            <a:off x="3185181" y="3657904"/>
            <a:ext cx="2124898" cy="584775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62502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8" grpId="0" animBg="1"/>
      <p:bldP spid="2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3753811" y="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Requirements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675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016894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Promoting positive communication through Technology</a:t>
            </a:r>
          </a:p>
        </p:txBody>
      </p:sp>
      <p:sp>
        <p:nvSpPr>
          <p:cNvPr id="2" name="Google Shape;440;p39">
            <a:extLst>
              <a:ext uri="{FF2B5EF4-FFF2-40B4-BE49-F238E27FC236}">
                <a16:creationId xmlns:a16="http://schemas.microsoft.com/office/drawing/2014/main" id="{BD23CBA0-E13C-8D03-E380-921FEEAEFBDA}"/>
              </a:ext>
            </a:extLst>
          </p:cNvPr>
          <p:cNvSpPr/>
          <p:nvPr/>
        </p:nvSpPr>
        <p:spPr>
          <a:xfrm>
            <a:off x="4571101" y="821779"/>
            <a:ext cx="4371900" cy="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441;p39">
            <a:extLst>
              <a:ext uri="{FF2B5EF4-FFF2-40B4-BE49-F238E27FC236}">
                <a16:creationId xmlns:a16="http://schemas.microsoft.com/office/drawing/2014/main" id="{3E4D0B36-28A5-C952-EBB5-D77DC9385FD3}"/>
              </a:ext>
            </a:extLst>
          </p:cNvPr>
          <p:cNvSpPr/>
          <p:nvPr/>
        </p:nvSpPr>
        <p:spPr>
          <a:xfrm>
            <a:off x="4569217" y="909379"/>
            <a:ext cx="4371900" cy="11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" name="Google Shape;452;p40">
            <a:extLst>
              <a:ext uri="{FF2B5EF4-FFF2-40B4-BE49-F238E27FC236}">
                <a16:creationId xmlns:a16="http://schemas.microsoft.com/office/drawing/2014/main" id="{1B2A2163-DE58-7B30-A1EE-79AA99C01B17}"/>
              </a:ext>
            </a:extLst>
          </p:cNvPr>
          <p:cNvSpPr txBox="1"/>
          <p:nvPr/>
        </p:nvSpPr>
        <p:spPr>
          <a:xfrm flipH="1">
            <a:off x="1578318" y="1626600"/>
            <a:ext cx="1812300" cy="35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Hardware</a:t>
            </a:r>
            <a:endParaRPr sz="1200" b="1" u="sng" dirty="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" name="Google Shape;453;p40">
            <a:extLst>
              <a:ext uri="{FF2B5EF4-FFF2-40B4-BE49-F238E27FC236}">
                <a16:creationId xmlns:a16="http://schemas.microsoft.com/office/drawing/2014/main" id="{56A45AA6-0D78-3F0E-0FC9-13CFB8710B11}"/>
              </a:ext>
            </a:extLst>
          </p:cNvPr>
          <p:cNvSpPr txBox="1"/>
          <p:nvPr/>
        </p:nvSpPr>
        <p:spPr>
          <a:xfrm flipH="1">
            <a:off x="5931005" y="1569610"/>
            <a:ext cx="1812300" cy="35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u="sng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Software</a:t>
            </a:r>
            <a:endParaRPr lang="en-US" sz="1200" b="1" u="sng" dirty="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" name="Google Shape;452;p40">
            <a:extLst>
              <a:ext uri="{FF2B5EF4-FFF2-40B4-BE49-F238E27FC236}">
                <a16:creationId xmlns:a16="http://schemas.microsoft.com/office/drawing/2014/main" id="{D7F11DA5-5F85-EFFF-C547-A04EE0BBF8AA}"/>
              </a:ext>
            </a:extLst>
          </p:cNvPr>
          <p:cNvSpPr txBox="1"/>
          <p:nvPr/>
        </p:nvSpPr>
        <p:spPr>
          <a:xfrm flipH="1">
            <a:off x="964019" y="2098231"/>
            <a:ext cx="3374064" cy="208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1. Server or Cloud platform for hosting the web application</a:t>
            </a:r>
          </a:p>
          <a:p>
            <a:pPr lvl="0" algn="ctr"/>
            <a:b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2. User Devices (PCs, Tablets, Smartphones) for accessing the application</a:t>
            </a:r>
          </a:p>
          <a:p>
            <a:pPr lvl="0" algn="ctr"/>
            <a:endParaRPr lang="en-IN" sz="1200" dirty="0">
              <a:solidFill>
                <a:schemeClr val="bg1">
                  <a:lumMod val="25000"/>
                </a:schemeClr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lvl="0" algn="ctr"/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3. Development Machine (RAM: 8GB or higher)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u="sng" dirty="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" name="Google Shape;452;p40">
            <a:extLst>
              <a:ext uri="{FF2B5EF4-FFF2-40B4-BE49-F238E27FC236}">
                <a16:creationId xmlns:a16="http://schemas.microsoft.com/office/drawing/2014/main" id="{FBA9D83E-439E-DA18-7EB5-4FE02712C892}"/>
              </a:ext>
            </a:extLst>
          </p:cNvPr>
          <p:cNvSpPr txBox="1"/>
          <p:nvPr/>
        </p:nvSpPr>
        <p:spPr>
          <a:xfrm flipH="1">
            <a:off x="5064675" y="2059321"/>
            <a:ext cx="3600893" cy="2083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1. </a:t>
            </a:r>
            <a:r>
              <a:rPr lang="en-IN" sz="1200" b="1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Frontend: </a:t>
            </a:r>
            <a:br>
              <a:rPr lang="en-IN" sz="1200" b="1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HTML, CSS, JavaScript </a:t>
            </a:r>
            <a:b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2. </a:t>
            </a:r>
            <a:r>
              <a:rPr lang="en-IN" sz="1200" b="1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Backend:</a:t>
            </a:r>
            <a:br>
              <a:rPr lang="en-IN" sz="1200" b="1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Django Framework (4.1.13) , Detoxify (Python Package), Python (3.10.2), OpenAI (0.28)</a:t>
            </a:r>
          </a:p>
          <a:p>
            <a:pPr lvl="0" algn="ctr"/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IN" sz="1200" b="1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Database:</a:t>
            </a:r>
            <a:br>
              <a:rPr lang="en-IN" sz="1200" b="1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-IN" sz="1200" dirty="0">
                <a:solidFill>
                  <a:schemeClr val="bg1">
                    <a:lumMod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Maria DB (10.4.32), Django ORM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 u="sng" dirty="0">
              <a:solidFill>
                <a:srgbClr val="191919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23BC40-29FB-837E-AB74-AA495AFE4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553" b="89362" l="2804" r="89720">
                        <a14:foregroundMark x1="10748" y1="43830" x2="14953" y2="31915"/>
                        <a14:foregroundMark x1="12150" y1="31915" x2="62150" y2="35319"/>
                        <a14:foregroundMark x1="62150" y1="35319" x2="13084" y2="31489"/>
                        <a14:foregroundMark x1="13084" y1="31489" x2="44393" y2="30638"/>
                        <a14:foregroundMark x1="6075" y1="28511" x2="11682" y2="57872"/>
                        <a14:foregroundMark x1="2804" y1="32340" x2="2804" y2="42979"/>
                        <a14:foregroundMark x1="47196" y1="33191" x2="54673" y2="11489"/>
                        <a14:foregroundMark x1="51869" y1="11915" x2="26168" y2="8936"/>
                        <a14:foregroundMark x1="62617" y1="8085" x2="31776" y2="5957"/>
                        <a14:foregroundMark x1="58411" y1="6383" x2="28972" y2="2553"/>
                        <a14:foregroundMark x1="38318" y1="9362" x2="31308" y2="1148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5811" y="4013349"/>
            <a:ext cx="410131" cy="45037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7BBF45F-4910-3F87-60A7-6B1B3AB16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629" y="3980356"/>
            <a:ext cx="530542" cy="53054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143E0F9-0346-EB42-B2F0-A76AE319F60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9231" r="90385">
                        <a14:foregroundMark x1="17308" y1="57143" x2="17308" y2="57143"/>
                        <a14:foregroundMark x1="17308" y1="39286" x2="17308" y2="39286"/>
                        <a14:foregroundMark x1="14615" y1="38929" x2="14615" y2="38929"/>
                        <a14:foregroundMark x1="14615" y1="38929" x2="9231" y2="38929"/>
                        <a14:foregroundMark x1="10385" y1="39643" x2="9615" y2="57857"/>
                        <a14:foregroundMark x1="9615" y1="57857" x2="24231" y2="70714"/>
                        <a14:foregroundMark x1="24231" y1="70714" x2="34231" y2="51429"/>
                        <a14:foregroundMark x1="34231" y1="51429" x2="17308" y2="39286"/>
                        <a14:foregroundMark x1="17308" y1="39286" x2="16923" y2="39286"/>
                        <a14:foregroundMark x1="22692" y1="39286" x2="27692" y2="39643"/>
                        <a14:foregroundMark x1="18462" y1="71786" x2="13077" y2="71071"/>
                        <a14:foregroundMark x1="29231" y1="70714" x2="35000" y2="70714"/>
                        <a14:foregroundMark x1="38077" y1="27500" x2="38077" y2="27500"/>
                        <a14:foregroundMark x1="38077" y1="27500" x2="38077" y2="27500"/>
                        <a14:foregroundMark x1="31154" y1="20357" x2="52692" y2="21071"/>
                        <a14:foregroundMark x1="53846" y1="21429" x2="79615" y2="23571"/>
                        <a14:foregroundMark x1="79615" y1="23571" x2="81154" y2="23214"/>
                        <a14:foregroundMark x1="80000" y1="23929" x2="79615" y2="61071"/>
                        <a14:foregroundMark x1="81923" y1="46071" x2="89231" y2="47143"/>
                        <a14:foregroundMark x1="88077" y1="46071" x2="89615" y2="45000"/>
                        <a14:foregroundMark x1="75769" y1="47857" x2="75000" y2="66071"/>
                        <a14:foregroundMark x1="75000" y1="66071" x2="89615" y2="70714"/>
                        <a14:foregroundMark x1="89231" y1="70714" x2="89231" y2="70714"/>
                        <a14:foregroundMark x1="81538" y1="70714" x2="75769" y2="70714"/>
                        <a14:foregroundMark x1="72692" y1="59643" x2="36538" y2="58571"/>
                        <a14:foregroundMark x1="55385" y1="66071" x2="46154" y2="65714"/>
                        <a14:foregroundMark x1="30000" y1="21786" x2="17308" y2="21786"/>
                        <a14:foregroundMark x1="17308" y1="23214" x2="18462" y2="37143"/>
                        <a14:foregroundMark x1="90385" y1="49286" x2="90385" y2="69286"/>
                        <a14:foregroundMark x1="90385" y1="69286" x2="89615" y2="6964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7905" y="3906164"/>
            <a:ext cx="617267" cy="664749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DB88EE9-B9D0-6279-1583-C77A55F1A1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6308" y="4018051"/>
            <a:ext cx="1222899" cy="37578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A399EBB4-9D80-A9FE-0FC9-ED99E00B6AA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72939" y="3974919"/>
            <a:ext cx="410131" cy="41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28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2" grpId="0" animBg="1"/>
      <p:bldP spid="3" grpId="0" animBg="1"/>
      <p:bldP spid="14" grpId="0"/>
      <p:bldP spid="19" grpId="0"/>
      <p:bldP spid="10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1263976" y="9144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Scope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115665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Quantifying the Impact of Bias Detection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C44C7-D50F-00CF-E249-BDAB545A1473}"/>
              </a:ext>
            </a:extLst>
          </p:cNvPr>
          <p:cNvSpPr txBox="1"/>
          <p:nvPr/>
        </p:nvSpPr>
        <p:spPr>
          <a:xfrm>
            <a:off x="309779" y="1621581"/>
            <a:ext cx="1926899" cy="1077218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Content Moderators, Users and Writers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E6C66F-9E52-B078-58C3-D686F4F2EEA7}"/>
              </a:ext>
            </a:extLst>
          </p:cNvPr>
          <p:cNvSpPr txBox="1"/>
          <p:nvPr/>
        </p:nvSpPr>
        <p:spPr>
          <a:xfrm>
            <a:off x="6235753" y="1700611"/>
            <a:ext cx="1926899" cy="584775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Rephrasing Suggestion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D1D1-9302-D61D-3B01-0640143C0337}"/>
              </a:ext>
            </a:extLst>
          </p:cNvPr>
          <p:cNvSpPr txBox="1"/>
          <p:nvPr/>
        </p:nvSpPr>
        <p:spPr>
          <a:xfrm>
            <a:off x="3245207" y="3216510"/>
            <a:ext cx="1926899" cy="584775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Real-time feedback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2F8636-8299-E7A6-DD72-138DD5B1E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60" y="1"/>
            <a:ext cx="1478694" cy="1478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9AC800-2D1B-D8E3-B94B-DB1D3D6DC40E}"/>
              </a:ext>
            </a:extLst>
          </p:cNvPr>
          <p:cNvSpPr txBox="1"/>
          <p:nvPr/>
        </p:nvSpPr>
        <p:spPr>
          <a:xfrm>
            <a:off x="3272766" y="1718040"/>
            <a:ext cx="1926899" cy="584775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Toxicity Detection</a:t>
            </a:r>
          </a:p>
        </p:txBody>
      </p:sp>
    </p:spTree>
    <p:extLst>
      <p:ext uri="{BB962C8B-B14F-4D97-AF65-F5344CB8AC3E}">
        <p14:creationId xmlns:p14="http://schemas.microsoft.com/office/powerpoint/2010/main" val="283765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5" grpId="0" animBg="1"/>
      <p:bldP spid="18" grpId="0" animBg="1"/>
      <p:bldP spid="3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1263976" y="9144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Architecture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115665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Fostering a safer online environment for all users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965E5A-3A23-3BEF-E761-EC09F12B9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024" y="-21053"/>
            <a:ext cx="1263976" cy="1263976"/>
          </a:xfrm>
          <a:prstGeom prst="rect">
            <a:avLst/>
          </a:prstGeom>
        </p:spPr>
      </p:pic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26E6ABB0-433F-0ED7-4497-913603ED4B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8265097"/>
              </p:ext>
            </p:extLst>
          </p:nvPr>
        </p:nvGraphicFramePr>
        <p:xfrm>
          <a:off x="1553960" y="718827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96019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1263976" y="9144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Modules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115665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Demonstrating effectiveness in identifying and neutralizing toxicity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C44C7-D50F-00CF-E249-BDAB545A1473}"/>
              </a:ext>
            </a:extLst>
          </p:cNvPr>
          <p:cNvSpPr txBox="1"/>
          <p:nvPr/>
        </p:nvSpPr>
        <p:spPr>
          <a:xfrm>
            <a:off x="309779" y="1621581"/>
            <a:ext cx="1926899" cy="830997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Authentication Module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247B6F-9C47-A625-D997-6796FC4092CA}"/>
              </a:ext>
            </a:extLst>
          </p:cNvPr>
          <p:cNvSpPr txBox="1"/>
          <p:nvPr/>
        </p:nvSpPr>
        <p:spPr>
          <a:xfrm>
            <a:off x="3245207" y="1621581"/>
            <a:ext cx="1926899" cy="584775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Text Input Module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E6C66F-9E52-B078-58C3-D686F4F2EEA7}"/>
              </a:ext>
            </a:extLst>
          </p:cNvPr>
          <p:cNvSpPr txBox="1"/>
          <p:nvPr/>
        </p:nvSpPr>
        <p:spPr>
          <a:xfrm>
            <a:off x="6235753" y="1595003"/>
            <a:ext cx="1926899" cy="830997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Toxicity Detection Module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BD1D1-9302-D61D-3B01-0640143C0337}"/>
              </a:ext>
            </a:extLst>
          </p:cNvPr>
          <p:cNvSpPr txBox="1"/>
          <p:nvPr/>
        </p:nvSpPr>
        <p:spPr>
          <a:xfrm>
            <a:off x="1942187" y="3284388"/>
            <a:ext cx="1926899" cy="584775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Rephrasing Module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C8DB30-3C61-454F-FCDC-6C34510E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6" y="-29134"/>
            <a:ext cx="1616180" cy="16161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A6878F-CA68-5510-9914-17179CAFC694}"/>
              </a:ext>
            </a:extLst>
          </p:cNvPr>
          <p:cNvSpPr txBox="1"/>
          <p:nvPr/>
        </p:nvSpPr>
        <p:spPr>
          <a:xfrm>
            <a:off x="5172106" y="3275290"/>
            <a:ext cx="1926899" cy="584775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Display Output Module</a:t>
            </a:r>
          </a:p>
        </p:txBody>
      </p:sp>
    </p:spTree>
    <p:extLst>
      <p:ext uri="{BB962C8B-B14F-4D97-AF65-F5344CB8AC3E}">
        <p14:creationId xmlns:p14="http://schemas.microsoft.com/office/powerpoint/2010/main" val="398542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5" grpId="0" animBg="1"/>
      <p:bldP spid="16" grpId="0" animBg="1"/>
      <p:bldP spid="18" grpId="0" animBg="1"/>
      <p:bldP spid="3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1263976" y="9144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/>
              <a:t>Design </a:t>
            </a:r>
            <a:br>
              <a:rPr lang="en-IN" sz="2800" dirty="0"/>
            </a:br>
            <a:r>
              <a:rPr lang="en-IN" sz="2800" dirty="0"/>
              <a:t>(UML Diagrams)</a:t>
            </a:r>
            <a:endParaRPr lang="en-IN" sz="2800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132546" cy="61565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/>
              <a:t>09.</a:t>
            </a:r>
            <a:endParaRPr sz="4400"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31430" y="819322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Understanding the structure and components of our system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C8DB30-3C61-454F-FCDC-6C34510EC4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6" y="-29134"/>
            <a:ext cx="1616180" cy="1616180"/>
          </a:xfrm>
          <a:prstGeom prst="rect">
            <a:avLst/>
          </a:prstGeom>
        </p:spPr>
      </p:pic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FE4988D9-CEAB-3A44-816C-D8E62D47D106}"/>
              </a:ext>
            </a:extLst>
          </p:cNvPr>
          <p:cNvSpPr txBox="1">
            <a:spLocks/>
          </p:cNvSpPr>
          <p:nvPr/>
        </p:nvSpPr>
        <p:spPr>
          <a:xfrm>
            <a:off x="156962" y="903660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Class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9F1C30E-5C06-183C-37AD-3AB9BF9F64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82248" y="1084521"/>
            <a:ext cx="1984872" cy="3592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77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63A1A892-A54A-6413-B05E-F63A74A91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64853B31-420A-EC31-03A3-B7845FEC561B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03D1FDA8-B7B1-BBFB-62D6-B0436AFAD9EF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CEA3D14-10D7-BE64-514F-E596ED01F680}"/>
              </a:ext>
            </a:extLst>
          </p:cNvPr>
          <p:cNvSpPr txBox="1">
            <a:spLocks/>
          </p:cNvSpPr>
          <p:nvPr/>
        </p:nvSpPr>
        <p:spPr>
          <a:xfrm>
            <a:off x="2040481" y="4697472"/>
            <a:ext cx="5538079" cy="354588"/>
          </a:xfrm>
          <a:custGeom>
            <a:avLst/>
            <a:gdLst>
              <a:gd name="connsiteX0" fmla="*/ 0 w 5538079"/>
              <a:gd name="connsiteY0" fmla="*/ 0 h 354588"/>
              <a:gd name="connsiteX1" fmla="*/ 581498 w 5538079"/>
              <a:gd name="connsiteY1" fmla="*/ 0 h 354588"/>
              <a:gd name="connsiteX2" fmla="*/ 1384520 w 5538079"/>
              <a:gd name="connsiteY2" fmla="*/ 0 h 354588"/>
              <a:gd name="connsiteX3" fmla="*/ 2132160 w 5538079"/>
              <a:gd name="connsiteY3" fmla="*/ 0 h 354588"/>
              <a:gd name="connsiteX4" fmla="*/ 2935182 w 5538079"/>
              <a:gd name="connsiteY4" fmla="*/ 0 h 354588"/>
              <a:gd name="connsiteX5" fmla="*/ 3738203 w 5538079"/>
              <a:gd name="connsiteY5" fmla="*/ 0 h 354588"/>
              <a:gd name="connsiteX6" fmla="*/ 4430463 w 5538079"/>
              <a:gd name="connsiteY6" fmla="*/ 0 h 354588"/>
              <a:gd name="connsiteX7" fmla="*/ 5538079 w 5538079"/>
              <a:gd name="connsiteY7" fmla="*/ 0 h 354588"/>
              <a:gd name="connsiteX8" fmla="*/ 5538079 w 5538079"/>
              <a:gd name="connsiteY8" fmla="*/ 354588 h 354588"/>
              <a:gd name="connsiteX9" fmla="*/ 4845819 w 5538079"/>
              <a:gd name="connsiteY9" fmla="*/ 354588 h 354588"/>
              <a:gd name="connsiteX10" fmla="*/ 4042798 w 5538079"/>
              <a:gd name="connsiteY10" fmla="*/ 354588 h 354588"/>
              <a:gd name="connsiteX11" fmla="*/ 3295157 w 5538079"/>
              <a:gd name="connsiteY11" fmla="*/ 354588 h 354588"/>
              <a:gd name="connsiteX12" fmla="*/ 2602897 w 5538079"/>
              <a:gd name="connsiteY12" fmla="*/ 354588 h 354588"/>
              <a:gd name="connsiteX13" fmla="*/ 1799876 w 5538079"/>
              <a:gd name="connsiteY13" fmla="*/ 354588 h 354588"/>
              <a:gd name="connsiteX14" fmla="*/ 1107616 w 5538079"/>
              <a:gd name="connsiteY14" fmla="*/ 354588 h 354588"/>
              <a:gd name="connsiteX15" fmla="*/ 0 w 5538079"/>
              <a:gd name="connsiteY15" fmla="*/ 354588 h 354588"/>
              <a:gd name="connsiteX16" fmla="*/ 0 w 5538079"/>
              <a:gd name="connsiteY16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538079" h="354588" fill="none" extrusionOk="0">
                <a:moveTo>
                  <a:pt x="0" y="0"/>
                </a:moveTo>
                <a:cubicBezTo>
                  <a:pt x="211694" y="10064"/>
                  <a:pt x="441395" y="-21674"/>
                  <a:pt x="581498" y="0"/>
                </a:cubicBezTo>
                <a:cubicBezTo>
                  <a:pt x="721601" y="21674"/>
                  <a:pt x="1016517" y="-16759"/>
                  <a:pt x="1384520" y="0"/>
                </a:cubicBezTo>
                <a:cubicBezTo>
                  <a:pt x="1752523" y="16759"/>
                  <a:pt x="1918569" y="6847"/>
                  <a:pt x="2132160" y="0"/>
                </a:cubicBezTo>
                <a:cubicBezTo>
                  <a:pt x="2345751" y="-6847"/>
                  <a:pt x="2591762" y="-8483"/>
                  <a:pt x="2935182" y="0"/>
                </a:cubicBezTo>
                <a:cubicBezTo>
                  <a:pt x="3278602" y="8483"/>
                  <a:pt x="3392767" y="28889"/>
                  <a:pt x="3738203" y="0"/>
                </a:cubicBezTo>
                <a:cubicBezTo>
                  <a:pt x="4083639" y="-28889"/>
                  <a:pt x="4163431" y="32982"/>
                  <a:pt x="4430463" y="0"/>
                </a:cubicBezTo>
                <a:cubicBezTo>
                  <a:pt x="4697495" y="-32982"/>
                  <a:pt x="5125522" y="13182"/>
                  <a:pt x="5538079" y="0"/>
                </a:cubicBezTo>
                <a:cubicBezTo>
                  <a:pt x="5539123" y="108723"/>
                  <a:pt x="5527424" y="277004"/>
                  <a:pt x="5538079" y="354588"/>
                </a:cubicBezTo>
                <a:cubicBezTo>
                  <a:pt x="5336484" y="339460"/>
                  <a:pt x="4986873" y="352464"/>
                  <a:pt x="4845819" y="354588"/>
                </a:cubicBezTo>
                <a:cubicBezTo>
                  <a:pt x="4704765" y="356712"/>
                  <a:pt x="4274466" y="382261"/>
                  <a:pt x="4042798" y="354588"/>
                </a:cubicBezTo>
                <a:cubicBezTo>
                  <a:pt x="3811130" y="326915"/>
                  <a:pt x="3461299" y="349314"/>
                  <a:pt x="3295157" y="354588"/>
                </a:cubicBezTo>
                <a:cubicBezTo>
                  <a:pt x="3129015" y="359862"/>
                  <a:pt x="2818520" y="358541"/>
                  <a:pt x="2602897" y="354588"/>
                </a:cubicBezTo>
                <a:cubicBezTo>
                  <a:pt x="2387274" y="350635"/>
                  <a:pt x="2120568" y="333758"/>
                  <a:pt x="1799876" y="354588"/>
                </a:cubicBezTo>
                <a:cubicBezTo>
                  <a:pt x="1479184" y="375418"/>
                  <a:pt x="1274069" y="358501"/>
                  <a:pt x="1107616" y="354588"/>
                </a:cubicBezTo>
                <a:cubicBezTo>
                  <a:pt x="941163" y="350675"/>
                  <a:pt x="307395" y="316429"/>
                  <a:pt x="0" y="354588"/>
                </a:cubicBezTo>
                <a:cubicBezTo>
                  <a:pt x="-5922" y="205916"/>
                  <a:pt x="-5624" y="99149"/>
                  <a:pt x="0" y="0"/>
                </a:cubicBezTo>
                <a:close/>
              </a:path>
              <a:path w="5538079" h="354588" stroke="0" extrusionOk="0">
                <a:moveTo>
                  <a:pt x="0" y="0"/>
                </a:moveTo>
                <a:cubicBezTo>
                  <a:pt x="237621" y="26623"/>
                  <a:pt x="346606" y="20900"/>
                  <a:pt x="581498" y="0"/>
                </a:cubicBezTo>
                <a:cubicBezTo>
                  <a:pt x="816390" y="-20900"/>
                  <a:pt x="932099" y="11250"/>
                  <a:pt x="1107616" y="0"/>
                </a:cubicBezTo>
                <a:cubicBezTo>
                  <a:pt x="1283133" y="-11250"/>
                  <a:pt x="1657081" y="-26568"/>
                  <a:pt x="1855256" y="0"/>
                </a:cubicBezTo>
                <a:cubicBezTo>
                  <a:pt x="2053431" y="26568"/>
                  <a:pt x="2368406" y="24562"/>
                  <a:pt x="2602897" y="0"/>
                </a:cubicBezTo>
                <a:cubicBezTo>
                  <a:pt x="2837388" y="-24562"/>
                  <a:pt x="2996960" y="13799"/>
                  <a:pt x="3184395" y="0"/>
                </a:cubicBezTo>
                <a:cubicBezTo>
                  <a:pt x="3371830" y="-13799"/>
                  <a:pt x="3729826" y="17215"/>
                  <a:pt x="3932036" y="0"/>
                </a:cubicBezTo>
                <a:cubicBezTo>
                  <a:pt x="4134246" y="-17215"/>
                  <a:pt x="4438949" y="9638"/>
                  <a:pt x="4568915" y="0"/>
                </a:cubicBezTo>
                <a:cubicBezTo>
                  <a:pt x="4698881" y="-9638"/>
                  <a:pt x="5273419" y="10772"/>
                  <a:pt x="5538079" y="0"/>
                </a:cubicBezTo>
                <a:cubicBezTo>
                  <a:pt x="5552303" y="147277"/>
                  <a:pt x="5546797" y="188542"/>
                  <a:pt x="5538079" y="354588"/>
                </a:cubicBezTo>
                <a:cubicBezTo>
                  <a:pt x="5431851" y="342825"/>
                  <a:pt x="5168756" y="348866"/>
                  <a:pt x="5011961" y="354588"/>
                </a:cubicBezTo>
                <a:cubicBezTo>
                  <a:pt x="4855166" y="360310"/>
                  <a:pt x="4641100" y="338498"/>
                  <a:pt x="4485844" y="354588"/>
                </a:cubicBezTo>
                <a:cubicBezTo>
                  <a:pt x="4330588" y="370678"/>
                  <a:pt x="4100924" y="326020"/>
                  <a:pt x="3904346" y="354588"/>
                </a:cubicBezTo>
                <a:cubicBezTo>
                  <a:pt x="3707768" y="383156"/>
                  <a:pt x="3451368" y="332521"/>
                  <a:pt x="3322847" y="354588"/>
                </a:cubicBezTo>
                <a:cubicBezTo>
                  <a:pt x="3194326" y="376655"/>
                  <a:pt x="3001606" y="334087"/>
                  <a:pt x="2685968" y="354588"/>
                </a:cubicBezTo>
                <a:cubicBezTo>
                  <a:pt x="2370330" y="375089"/>
                  <a:pt x="2314029" y="360156"/>
                  <a:pt x="1993708" y="354588"/>
                </a:cubicBezTo>
                <a:cubicBezTo>
                  <a:pt x="1673387" y="349020"/>
                  <a:pt x="1474239" y="331971"/>
                  <a:pt x="1301449" y="354588"/>
                </a:cubicBezTo>
                <a:cubicBezTo>
                  <a:pt x="1128659" y="377205"/>
                  <a:pt x="465159" y="387989"/>
                  <a:pt x="0" y="354588"/>
                </a:cubicBezTo>
                <a:cubicBezTo>
                  <a:pt x="-13699" y="225097"/>
                  <a:pt x="12629" y="12193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Empowering positive communication with AI-driven rephrasing.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B19543F-CC0B-468B-2DCA-54158C02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6" y="-29134"/>
            <a:ext cx="1616180" cy="1616180"/>
          </a:xfrm>
          <a:prstGeom prst="rect">
            <a:avLst/>
          </a:prstGeom>
        </p:spPr>
      </p:pic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AB328DB1-DE47-F364-02DC-14F4FE4778ED}"/>
              </a:ext>
            </a:extLst>
          </p:cNvPr>
          <p:cNvSpPr txBox="1">
            <a:spLocks/>
          </p:cNvSpPr>
          <p:nvPr/>
        </p:nvSpPr>
        <p:spPr>
          <a:xfrm>
            <a:off x="164050" y="302692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Object Diagram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7FAB71-7A43-14AD-947F-0DC9F10EA1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75264" y="1037959"/>
            <a:ext cx="4177769" cy="3400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035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A3711F4-8C99-9B2B-9CFB-D20911BE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13633" y="908493"/>
            <a:ext cx="5650083" cy="3528956"/>
          </a:xfrm>
          <a:prstGeom prst="rect">
            <a:avLst/>
          </a:prstGeom>
        </p:spPr>
      </p:pic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Visualizing the interactions between user and system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FE4988D9-CEAB-3A44-816C-D8E62D47D106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340515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A3711F4-8C99-9B2B-9CFB-D20911BE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921177" y="659643"/>
            <a:ext cx="5434993" cy="4026656"/>
          </a:xfrm>
          <a:prstGeom prst="rect">
            <a:avLst/>
          </a:prstGeom>
        </p:spPr>
      </p:pic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Ensuring a seamless user experience with intuitive design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FE4988D9-CEAB-3A44-816C-D8E62D47D106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1755885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A3711F4-8C99-9B2B-9CFB-D20911BE3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487231" y="659643"/>
            <a:ext cx="2302885" cy="4026657"/>
          </a:xfrm>
          <a:prstGeom prst="rect">
            <a:avLst/>
          </a:prstGeom>
        </p:spPr>
      </p:pic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202425" y="4686300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Mapping the user journey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FE4988D9-CEAB-3A44-816C-D8E62D47D106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Activity Diagram</a:t>
            </a:r>
          </a:p>
        </p:txBody>
      </p:sp>
    </p:spTree>
    <p:extLst>
      <p:ext uri="{BB962C8B-B14F-4D97-AF65-F5344CB8AC3E}">
        <p14:creationId xmlns:p14="http://schemas.microsoft.com/office/powerpoint/2010/main" val="1984337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B30FA1B4-EDBF-95CD-CDC7-1B2C8BEF5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913DB8D-107C-93A3-893E-B07E1DFE8F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757546" y="453656"/>
            <a:ext cx="1762254" cy="4082902"/>
          </a:xfrm>
          <a:prstGeom prst="rect">
            <a:avLst/>
          </a:prstGeom>
        </p:spPr>
      </p:pic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05B42B34-7A39-71C6-6B8E-6FF207B9BA5A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132E0298-4B52-4A81-DB6A-A35E3EE09902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31A8192-6A0B-07FC-509F-CB87678EC99E}"/>
              </a:ext>
            </a:extLst>
          </p:cNvPr>
          <p:cNvSpPr txBox="1">
            <a:spLocks/>
          </p:cNvSpPr>
          <p:nvPr/>
        </p:nvSpPr>
        <p:spPr>
          <a:xfrm>
            <a:off x="2372546" y="4686300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Addressing toxicity online to foster safer digital spaces.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C0FC1224-1044-A1BC-3694-B87FA3EBCDB7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State Diagram</a:t>
            </a:r>
          </a:p>
        </p:txBody>
      </p:sp>
    </p:spTree>
    <p:extLst>
      <p:ext uri="{BB962C8B-B14F-4D97-AF65-F5344CB8AC3E}">
        <p14:creationId xmlns:p14="http://schemas.microsoft.com/office/powerpoint/2010/main" val="225771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9D39568B-171B-7EB4-6B53-BA3836A35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2B93C70-5F67-8982-A6AE-E956048C64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1524378"/>
            <a:ext cx="3858778" cy="1877662"/>
          </a:xfrm>
          <a:prstGeom prst="rect">
            <a:avLst/>
          </a:prstGeom>
        </p:spPr>
      </p:pic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3F2745BB-CEE9-5090-751F-E71B4A6E0CD9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33EFCBE7-AAB2-71E0-AE10-347FF9B69421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6CF70C5A-17D0-4990-EC47-3EA4AC8C2D2C}"/>
              </a:ext>
            </a:extLst>
          </p:cNvPr>
          <p:cNvSpPr txBox="1">
            <a:spLocks/>
          </p:cNvSpPr>
          <p:nvPr/>
        </p:nvSpPr>
        <p:spPr>
          <a:xfrm>
            <a:off x="2303014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Transforming Toxic Text into Positive Conversations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75D3EA4B-68B4-7E63-E9D9-27DF5259563D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Component Diagram</a:t>
            </a:r>
          </a:p>
        </p:txBody>
      </p:sp>
    </p:spTree>
    <p:extLst>
      <p:ext uri="{BB962C8B-B14F-4D97-AF65-F5344CB8AC3E}">
        <p14:creationId xmlns:p14="http://schemas.microsoft.com/office/powerpoint/2010/main" val="3516536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6153ACEE-39C8-4222-2021-5A8D98D00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685E982-C258-C435-6BD2-FCB751B2E5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23226" y="1889244"/>
            <a:ext cx="2830894" cy="1567455"/>
          </a:xfrm>
          <a:prstGeom prst="rect">
            <a:avLst/>
          </a:prstGeom>
        </p:spPr>
      </p:pic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B095C91F-78AA-4A1F-F166-078F3233C205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966FE528-452E-3E75-D589-F4926D31E6FA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8CE35182-CF92-B628-900D-342BCAD4CEA6}"/>
              </a:ext>
            </a:extLst>
          </p:cNvPr>
          <p:cNvSpPr txBox="1">
            <a:spLocks/>
          </p:cNvSpPr>
          <p:nvPr/>
        </p:nvSpPr>
        <p:spPr>
          <a:xfrm>
            <a:off x="2058311" y="4686300"/>
            <a:ext cx="5627349" cy="354588"/>
          </a:xfrm>
          <a:custGeom>
            <a:avLst/>
            <a:gdLst>
              <a:gd name="connsiteX0" fmla="*/ 0 w 5627349"/>
              <a:gd name="connsiteY0" fmla="*/ 0 h 354588"/>
              <a:gd name="connsiteX1" fmla="*/ 737808 w 5627349"/>
              <a:gd name="connsiteY1" fmla="*/ 0 h 354588"/>
              <a:gd name="connsiteX2" fmla="*/ 1475616 w 5627349"/>
              <a:gd name="connsiteY2" fmla="*/ 0 h 354588"/>
              <a:gd name="connsiteX3" fmla="*/ 2100877 w 5627349"/>
              <a:gd name="connsiteY3" fmla="*/ 0 h 354588"/>
              <a:gd name="connsiteX4" fmla="*/ 2782411 w 5627349"/>
              <a:gd name="connsiteY4" fmla="*/ 0 h 354588"/>
              <a:gd name="connsiteX5" fmla="*/ 3520219 w 5627349"/>
              <a:gd name="connsiteY5" fmla="*/ 0 h 354588"/>
              <a:gd name="connsiteX6" fmla="*/ 4201754 w 5627349"/>
              <a:gd name="connsiteY6" fmla="*/ 0 h 354588"/>
              <a:gd name="connsiteX7" fmla="*/ 4939562 w 5627349"/>
              <a:gd name="connsiteY7" fmla="*/ 0 h 354588"/>
              <a:gd name="connsiteX8" fmla="*/ 5627349 w 5627349"/>
              <a:gd name="connsiteY8" fmla="*/ 0 h 354588"/>
              <a:gd name="connsiteX9" fmla="*/ 5627349 w 5627349"/>
              <a:gd name="connsiteY9" fmla="*/ 354588 h 354588"/>
              <a:gd name="connsiteX10" fmla="*/ 4889541 w 5627349"/>
              <a:gd name="connsiteY10" fmla="*/ 354588 h 354588"/>
              <a:gd name="connsiteX11" fmla="*/ 4264280 w 5627349"/>
              <a:gd name="connsiteY11" fmla="*/ 354588 h 354588"/>
              <a:gd name="connsiteX12" fmla="*/ 3751566 w 5627349"/>
              <a:gd name="connsiteY12" fmla="*/ 354588 h 354588"/>
              <a:gd name="connsiteX13" fmla="*/ 3238852 w 5627349"/>
              <a:gd name="connsiteY13" fmla="*/ 354588 h 354588"/>
              <a:gd name="connsiteX14" fmla="*/ 2557317 w 5627349"/>
              <a:gd name="connsiteY14" fmla="*/ 354588 h 354588"/>
              <a:gd name="connsiteX15" fmla="*/ 1988330 w 5627349"/>
              <a:gd name="connsiteY15" fmla="*/ 354588 h 354588"/>
              <a:gd name="connsiteX16" fmla="*/ 1475616 w 5627349"/>
              <a:gd name="connsiteY16" fmla="*/ 354588 h 354588"/>
              <a:gd name="connsiteX17" fmla="*/ 1019175 w 5627349"/>
              <a:gd name="connsiteY17" fmla="*/ 354588 h 354588"/>
              <a:gd name="connsiteX18" fmla="*/ 0 w 5627349"/>
              <a:gd name="connsiteY18" fmla="*/ 354588 h 354588"/>
              <a:gd name="connsiteX19" fmla="*/ 0 w 5627349"/>
              <a:gd name="connsiteY19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627349" h="354588" fill="none" extrusionOk="0">
                <a:moveTo>
                  <a:pt x="0" y="0"/>
                </a:moveTo>
                <a:cubicBezTo>
                  <a:pt x="288791" y="14436"/>
                  <a:pt x="524876" y="-17758"/>
                  <a:pt x="737808" y="0"/>
                </a:cubicBezTo>
                <a:cubicBezTo>
                  <a:pt x="950740" y="17758"/>
                  <a:pt x="1142786" y="32832"/>
                  <a:pt x="1475616" y="0"/>
                </a:cubicBezTo>
                <a:cubicBezTo>
                  <a:pt x="1808446" y="-32832"/>
                  <a:pt x="1809362" y="-11562"/>
                  <a:pt x="2100877" y="0"/>
                </a:cubicBezTo>
                <a:cubicBezTo>
                  <a:pt x="2392392" y="11562"/>
                  <a:pt x="2548090" y="-15766"/>
                  <a:pt x="2782411" y="0"/>
                </a:cubicBezTo>
                <a:cubicBezTo>
                  <a:pt x="3016732" y="15766"/>
                  <a:pt x="3333937" y="3037"/>
                  <a:pt x="3520219" y="0"/>
                </a:cubicBezTo>
                <a:cubicBezTo>
                  <a:pt x="3706501" y="-3037"/>
                  <a:pt x="3968862" y="-6464"/>
                  <a:pt x="4201754" y="0"/>
                </a:cubicBezTo>
                <a:cubicBezTo>
                  <a:pt x="4434647" y="6464"/>
                  <a:pt x="4571351" y="26429"/>
                  <a:pt x="4939562" y="0"/>
                </a:cubicBezTo>
                <a:cubicBezTo>
                  <a:pt x="5307773" y="-26429"/>
                  <a:pt x="5391602" y="-31034"/>
                  <a:pt x="5627349" y="0"/>
                </a:cubicBezTo>
                <a:cubicBezTo>
                  <a:pt x="5640812" y="103223"/>
                  <a:pt x="5633465" y="218041"/>
                  <a:pt x="5627349" y="354588"/>
                </a:cubicBezTo>
                <a:cubicBezTo>
                  <a:pt x="5402803" y="328519"/>
                  <a:pt x="5245177" y="380472"/>
                  <a:pt x="4889541" y="354588"/>
                </a:cubicBezTo>
                <a:cubicBezTo>
                  <a:pt x="4533905" y="328704"/>
                  <a:pt x="4533927" y="352902"/>
                  <a:pt x="4264280" y="354588"/>
                </a:cubicBezTo>
                <a:cubicBezTo>
                  <a:pt x="3994633" y="356274"/>
                  <a:pt x="3934113" y="371362"/>
                  <a:pt x="3751566" y="354588"/>
                </a:cubicBezTo>
                <a:cubicBezTo>
                  <a:pt x="3569019" y="337814"/>
                  <a:pt x="3449183" y="340883"/>
                  <a:pt x="3238852" y="354588"/>
                </a:cubicBezTo>
                <a:cubicBezTo>
                  <a:pt x="3028521" y="368293"/>
                  <a:pt x="2886508" y="336856"/>
                  <a:pt x="2557317" y="354588"/>
                </a:cubicBezTo>
                <a:cubicBezTo>
                  <a:pt x="2228126" y="372320"/>
                  <a:pt x="2207751" y="345275"/>
                  <a:pt x="1988330" y="354588"/>
                </a:cubicBezTo>
                <a:cubicBezTo>
                  <a:pt x="1768909" y="363901"/>
                  <a:pt x="1620770" y="334320"/>
                  <a:pt x="1475616" y="354588"/>
                </a:cubicBezTo>
                <a:cubicBezTo>
                  <a:pt x="1330462" y="374856"/>
                  <a:pt x="1155766" y="365337"/>
                  <a:pt x="1019175" y="354588"/>
                </a:cubicBezTo>
                <a:cubicBezTo>
                  <a:pt x="882584" y="343839"/>
                  <a:pt x="448565" y="348958"/>
                  <a:pt x="0" y="354588"/>
                </a:cubicBezTo>
                <a:cubicBezTo>
                  <a:pt x="-3864" y="225344"/>
                  <a:pt x="14883" y="127122"/>
                  <a:pt x="0" y="0"/>
                </a:cubicBezTo>
                <a:close/>
              </a:path>
              <a:path w="5627349" h="354588" stroke="0" extrusionOk="0">
                <a:moveTo>
                  <a:pt x="0" y="0"/>
                </a:moveTo>
                <a:cubicBezTo>
                  <a:pt x="188712" y="-8084"/>
                  <a:pt x="382431" y="-601"/>
                  <a:pt x="512714" y="0"/>
                </a:cubicBezTo>
                <a:cubicBezTo>
                  <a:pt x="642997" y="601"/>
                  <a:pt x="777439" y="8092"/>
                  <a:pt x="969155" y="0"/>
                </a:cubicBezTo>
                <a:cubicBezTo>
                  <a:pt x="1160871" y="-8092"/>
                  <a:pt x="1443207" y="12795"/>
                  <a:pt x="1650689" y="0"/>
                </a:cubicBezTo>
                <a:cubicBezTo>
                  <a:pt x="1858171" y="-12795"/>
                  <a:pt x="2019776" y="-4580"/>
                  <a:pt x="2332224" y="0"/>
                </a:cubicBezTo>
                <a:cubicBezTo>
                  <a:pt x="2644673" y="4580"/>
                  <a:pt x="2713789" y="17908"/>
                  <a:pt x="2844938" y="0"/>
                </a:cubicBezTo>
                <a:cubicBezTo>
                  <a:pt x="2976087" y="-17908"/>
                  <a:pt x="3349902" y="209"/>
                  <a:pt x="3526472" y="0"/>
                </a:cubicBezTo>
                <a:cubicBezTo>
                  <a:pt x="3703042" y="-209"/>
                  <a:pt x="3979060" y="-6858"/>
                  <a:pt x="4095460" y="0"/>
                </a:cubicBezTo>
                <a:cubicBezTo>
                  <a:pt x="4211860" y="6858"/>
                  <a:pt x="4492983" y="14995"/>
                  <a:pt x="4608174" y="0"/>
                </a:cubicBezTo>
                <a:cubicBezTo>
                  <a:pt x="4723365" y="-14995"/>
                  <a:pt x="4853726" y="11995"/>
                  <a:pt x="5064614" y="0"/>
                </a:cubicBezTo>
                <a:cubicBezTo>
                  <a:pt x="5275502" y="-11995"/>
                  <a:pt x="5484357" y="9884"/>
                  <a:pt x="5627349" y="0"/>
                </a:cubicBezTo>
                <a:cubicBezTo>
                  <a:pt x="5622053" y="146625"/>
                  <a:pt x="5609912" y="281860"/>
                  <a:pt x="5627349" y="354588"/>
                </a:cubicBezTo>
                <a:cubicBezTo>
                  <a:pt x="5373847" y="355973"/>
                  <a:pt x="5069161" y="330798"/>
                  <a:pt x="4889541" y="354588"/>
                </a:cubicBezTo>
                <a:cubicBezTo>
                  <a:pt x="4709921" y="378378"/>
                  <a:pt x="4594985" y="354599"/>
                  <a:pt x="4376827" y="354588"/>
                </a:cubicBezTo>
                <a:cubicBezTo>
                  <a:pt x="4158669" y="354577"/>
                  <a:pt x="3981890" y="355303"/>
                  <a:pt x="3807839" y="354588"/>
                </a:cubicBezTo>
                <a:cubicBezTo>
                  <a:pt x="3633788" y="353873"/>
                  <a:pt x="3488756" y="349252"/>
                  <a:pt x="3182578" y="354588"/>
                </a:cubicBezTo>
                <a:cubicBezTo>
                  <a:pt x="2876400" y="359924"/>
                  <a:pt x="2856529" y="351047"/>
                  <a:pt x="2557317" y="354588"/>
                </a:cubicBezTo>
                <a:cubicBezTo>
                  <a:pt x="2258105" y="358129"/>
                  <a:pt x="2109446" y="355166"/>
                  <a:pt x="1875783" y="354588"/>
                </a:cubicBezTo>
                <a:cubicBezTo>
                  <a:pt x="1642120" y="354010"/>
                  <a:pt x="1513712" y="341371"/>
                  <a:pt x="1306795" y="354588"/>
                </a:cubicBezTo>
                <a:cubicBezTo>
                  <a:pt x="1099878" y="367805"/>
                  <a:pt x="911552" y="377405"/>
                  <a:pt x="737808" y="354588"/>
                </a:cubicBezTo>
                <a:cubicBezTo>
                  <a:pt x="564064" y="331771"/>
                  <a:pt x="265324" y="339434"/>
                  <a:pt x="0" y="354588"/>
                </a:cubicBezTo>
                <a:cubicBezTo>
                  <a:pt x="-7969" y="280336"/>
                  <a:pt x="-17658" y="7944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Combating negativity in online interactions—one sentence at a time.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EB1E13A7-3217-684D-777B-3E6ADF6EB96A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Deployment Diagram</a:t>
            </a:r>
          </a:p>
        </p:txBody>
      </p:sp>
    </p:spTree>
    <p:extLst>
      <p:ext uri="{BB962C8B-B14F-4D97-AF65-F5344CB8AC3E}">
        <p14:creationId xmlns:p14="http://schemas.microsoft.com/office/powerpoint/2010/main" val="1326967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0CFD1E39-EC8F-13A6-1163-F27BC192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>
            <a:extLst>
              <a:ext uri="{FF2B5EF4-FFF2-40B4-BE49-F238E27FC236}">
                <a16:creationId xmlns:a16="http://schemas.microsoft.com/office/drawing/2014/main" id="{7B115C7D-7446-5308-C7C8-93959D818C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53811" y="0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Implementation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>
            <a:extLst>
              <a:ext uri="{FF2B5EF4-FFF2-40B4-BE49-F238E27FC236}">
                <a16:creationId xmlns:a16="http://schemas.microsoft.com/office/drawing/2014/main" id="{50F9B3F5-5D0A-07C8-1FC5-9F2FA998F49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1430" y="675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10.</a:t>
            </a:r>
            <a:endParaRPr dirty="0"/>
          </a:p>
        </p:txBody>
      </p:sp>
      <p:cxnSp>
        <p:nvCxnSpPr>
          <p:cNvPr id="323" name="Google Shape;323;p30">
            <a:extLst>
              <a:ext uri="{FF2B5EF4-FFF2-40B4-BE49-F238E27FC236}">
                <a16:creationId xmlns:a16="http://schemas.microsoft.com/office/drawing/2014/main" id="{982995B7-2732-796E-5055-BD2092CB5E9D}"/>
              </a:ext>
            </a:extLst>
          </p:cNvPr>
          <p:cNvCxnSpPr/>
          <p:nvPr/>
        </p:nvCxnSpPr>
        <p:spPr>
          <a:xfrm>
            <a:off x="121830" y="1016894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A1EE7F78-840F-F392-CDCA-F59742CED84A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0E295FBC-F0D9-B108-8787-23DA3DFA31A3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32F9EB91-1ECE-782B-1364-A459688758B3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Transforming design into a functional application</a:t>
            </a:r>
          </a:p>
        </p:txBody>
      </p:sp>
      <p:sp>
        <p:nvSpPr>
          <p:cNvPr id="2" name="Google Shape;440;p39">
            <a:extLst>
              <a:ext uri="{FF2B5EF4-FFF2-40B4-BE49-F238E27FC236}">
                <a16:creationId xmlns:a16="http://schemas.microsoft.com/office/drawing/2014/main" id="{49832DC7-64A7-56D8-5CC1-BD8B6BF201A6}"/>
              </a:ext>
            </a:extLst>
          </p:cNvPr>
          <p:cNvSpPr/>
          <p:nvPr/>
        </p:nvSpPr>
        <p:spPr>
          <a:xfrm>
            <a:off x="4571101" y="821779"/>
            <a:ext cx="4371900" cy="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441;p39">
            <a:extLst>
              <a:ext uri="{FF2B5EF4-FFF2-40B4-BE49-F238E27FC236}">
                <a16:creationId xmlns:a16="http://schemas.microsoft.com/office/drawing/2014/main" id="{A1E083FD-15D4-DE6A-0F88-77EE22E624B0}"/>
              </a:ext>
            </a:extLst>
          </p:cNvPr>
          <p:cNvSpPr/>
          <p:nvPr/>
        </p:nvSpPr>
        <p:spPr>
          <a:xfrm>
            <a:off x="4569217" y="909379"/>
            <a:ext cx="4371900" cy="11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6397F436-1491-AB0F-F54C-B39446ABCA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576216"/>
              </p:ext>
            </p:extLst>
          </p:nvPr>
        </p:nvGraphicFramePr>
        <p:xfrm>
          <a:off x="1832004" y="1184779"/>
          <a:ext cx="5546991" cy="34250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90167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2" grpId="0" animBg="1"/>
      <p:bldP spid="3" grpId="0" animBg="1"/>
      <p:bldGraphic spid="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59EE4B36-EBD3-EAAD-21C4-9EDD92F71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D67D2370-5CEC-D385-C354-4A98166C1AA0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F6A8802D-26E2-77D4-9A10-1B326E4A7095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54CC4730-4083-EF9E-653D-194543C4888F}"/>
              </a:ext>
            </a:extLst>
          </p:cNvPr>
          <p:cNvSpPr txBox="1">
            <a:spLocks/>
          </p:cNvSpPr>
          <p:nvPr/>
        </p:nvSpPr>
        <p:spPr>
          <a:xfrm>
            <a:off x="1447958" y="4788912"/>
            <a:ext cx="5932968" cy="354588"/>
          </a:xfrm>
          <a:custGeom>
            <a:avLst/>
            <a:gdLst>
              <a:gd name="connsiteX0" fmla="*/ 0 w 5932968"/>
              <a:gd name="connsiteY0" fmla="*/ 0 h 354588"/>
              <a:gd name="connsiteX1" fmla="*/ 777878 w 5932968"/>
              <a:gd name="connsiteY1" fmla="*/ 0 h 354588"/>
              <a:gd name="connsiteX2" fmla="*/ 1555756 w 5932968"/>
              <a:gd name="connsiteY2" fmla="*/ 0 h 354588"/>
              <a:gd name="connsiteX3" fmla="*/ 2214975 w 5932968"/>
              <a:gd name="connsiteY3" fmla="*/ 0 h 354588"/>
              <a:gd name="connsiteX4" fmla="*/ 2933523 w 5932968"/>
              <a:gd name="connsiteY4" fmla="*/ 0 h 354588"/>
              <a:gd name="connsiteX5" fmla="*/ 3711401 w 5932968"/>
              <a:gd name="connsiteY5" fmla="*/ 0 h 354588"/>
              <a:gd name="connsiteX6" fmla="*/ 4429949 w 5932968"/>
              <a:gd name="connsiteY6" fmla="*/ 0 h 354588"/>
              <a:gd name="connsiteX7" fmla="*/ 5207827 w 5932968"/>
              <a:gd name="connsiteY7" fmla="*/ 0 h 354588"/>
              <a:gd name="connsiteX8" fmla="*/ 5932968 w 5932968"/>
              <a:gd name="connsiteY8" fmla="*/ 0 h 354588"/>
              <a:gd name="connsiteX9" fmla="*/ 5932968 w 5932968"/>
              <a:gd name="connsiteY9" fmla="*/ 354588 h 354588"/>
              <a:gd name="connsiteX10" fmla="*/ 5155090 w 5932968"/>
              <a:gd name="connsiteY10" fmla="*/ 354588 h 354588"/>
              <a:gd name="connsiteX11" fmla="*/ 4495871 w 5932968"/>
              <a:gd name="connsiteY11" fmla="*/ 354588 h 354588"/>
              <a:gd name="connsiteX12" fmla="*/ 3955312 w 5932968"/>
              <a:gd name="connsiteY12" fmla="*/ 354588 h 354588"/>
              <a:gd name="connsiteX13" fmla="*/ 3414753 w 5932968"/>
              <a:gd name="connsiteY13" fmla="*/ 354588 h 354588"/>
              <a:gd name="connsiteX14" fmla="*/ 2696204 w 5932968"/>
              <a:gd name="connsiteY14" fmla="*/ 354588 h 354588"/>
              <a:gd name="connsiteX15" fmla="*/ 2096315 w 5932968"/>
              <a:gd name="connsiteY15" fmla="*/ 354588 h 354588"/>
              <a:gd name="connsiteX16" fmla="*/ 1555756 w 5932968"/>
              <a:gd name="connsiteY16" fmla="*/ 354588 h 354588"/>
              <a:gd name="connsiteX17" fmla="*/ 1074526 w 5932968"/>
              <a:gd name="connsiteY17" fmla="*/ 354588 h 354588"/>
              <a:gd name="connsiteX18" fmla="*/ 0 w 5932968"/>
              <a:gd name="connsiteY18" fmla="*/ 354588 h 354588"/>
              <a:gd name="connsiteX19" fmla="*/ 0 w 5932968"/>
              <a:gd name="connsiteY19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932968" h="354588" fill="none" extrusionOk="0">
                <a:moveTo>
                  <a:pt x="0" y="0"/>
                </a:moveTo>
                <a:cubicBezTo>
                  <a:pt x="206491" y="33519"/>
                  <a:pt x="555116" y="27406"/>
                  <a:pt x="777878" y="0"/>
                </a:cubicBezTo>
                <a:cubicBezTo>
                  <a:pt x="1000640" y="-27406"/>
                  <a:pt x="1389902" y="-20491"/>
                  <a:pt x="1555756" y="0"/>
                </a:cubicBezTo>
                <a:cubicBezTo>
                  <a:pt x="1721610" y="20491"/>
                  <a:pt x="2071766" y="-12568"/>
                  <a:pt x="2214975" y="0"/>
                </a:cubicBezTo>
                <a:cubicBezTo>
                  <a:pt x="2358184" y="12568"/>
                  <a:pt x="2731859" y="29151"/>
                  <a:pt x="2933523" y="0"/>
                </a:cubicBezTo>
                <a:cubicBezTo>
                  <a:pt x="3135187" y="-29151"/>
                  <a:pt x="3526799" y="-14290"/>
                  <a:pt x="3711401" y="0"/>
                </a:cubicBezTo>
                <a:cubicBezTo>
                  <a:pt x="3896003" y="14290"/>
                  <a:pt x="4231950" y="14851"/>
                  <a:pt x="4429949" y="0"/>
                </a:cubicBezTo>
                <a:cubicBezTo>
                  <a:pt x="4627948" y="-14851"/>
                  <a:pt x="5046863" y="16354"/>
                  <a:pt x="5207827" y="0"/>
                </a:cubicBezTo>
                <a:cubicBezTo>
                  <a:pt x="5368791" y="-16354"/>
                  <a:pt x="5638906" y="-6131"/>
                  <a:pt x="5932968" y="0"/>
                </a:cubicBezTo>
                <a:cubicBezTo>
                  <a:pt x="5946431" y="103223"/>
                  <a:pt x="5939084" y="218041"/>
                  <a:pt x="5932968" y="354588"/>
                </a:cubicBezTo>
                <a:cubicBezTo>
                  <a:pt x="5629238" y="349698"/>
                  <a:pt x="5321052" y="364703"/>
                  <a:pt x="5155090" y="354588"/>
                </a:cubicBezTo>
                <a:cubicBezTo>
                  <a:pt x="4989128" y="344473"/>
                  <a:pt x="4769319" y="356545"/>
                  <a:pt x="4495871" y="354588"/>
                </a:cubicBezTo>
                <a:cubicBezTo>
                  <a:pt x="4222423" y="352631"/>
                  <a:pt x="4141134" y="365447"/>
                  <a:pt x="3955312" y="354588"/>
                </a:cubicBezTo>
                <a:cubicBezTo>
                  <a:pt x="3769490" y="343729"/>
                  <a:pt x="3663786" y="370750"/>
                  <a:pt x="3414753" y="354588"/>
                </a:cubicBezTo>
                <a:cubicBezTo>
                  <a:pt x="3165720" y="338426"/>
                  <a:pt x="2875200" y="340976"/>
                  <a:pt x="2696204" y="354588"/>
                </a:cubicBezTo>
                <a:cubicBezTo>
                  <a:pt x="2517208" y="368200"/>
                  <a:pt x="2384802" y="365500"/>
                  <a:pt x="2096315" y="354588"/>
                </a:cubicBezTo>
                <a:cubicBezTo>
                  <a:pt x="1807828" y="343676"/>
                  <a:pt x="1800973" y="371116"/>
                  <a:pt x="1555756" y="354588"/>
                </a:cubicBezTo>
                <a:cubicBezTo>
                  <a:pt x="1310539" y="338060"/>
                  <a:pt x="1313889" y="352434"/>
                  <a:pt x="1074526" y="354588"/>
                </a:cubicBezTo>
                <a:cubicBezTo>
                  <a:pt x="835163" y="356743"/>
                  <a:pt x="484108" y="395722"/>
                  <a:pt x="0" y="354588"/>
                </a:cubicBezTo>
                <a:cubicBezTo>
                  <a:pt x="-3864" y="225344"/>
                  <a:pt x="14883" y="127122"/>
                  <a:pt x="0" y="0"/>
                </a:cubicBezTo>
                <a:close/>
              </a:path>
              <a:path w="5932968" h="354588" stroke="0" extrusionOk="0">
                <a:moveTo>
                  <a:pt x="0" y="0"/>
                </a:moveTo>
                <a:cubicBezTo>
                  <a:pt x="144622" y="19307"/>
                  <a:pt x="289622" y="-25546"/>
                  <a:pt x="540559" y="0"/>
                </a:cubicBezTo>
                <a:cubicBezTo>
                  <a:pt x="791496" y="25546"/>
                  <a:pt x="792914" y="2976"/>
                  <a:pt x="1021789" y="0"/>
                </a:cubicBezTo>
                <a:cubicBezTo>
                  <a:pt x="1250664" y="-2976"/>
                  <a:pt x="1535487" y="23511"/>
                  <a:pt x="1740337" y="0"/>
                </a:cubicBezTo>
                <a:cubicBezTo>
                  <a:pt x="1945187" y="-23511"/>
                  <a:pt x="2314251" y="-18902"/>
                  <a:pt x="2458886" y="0"/>
                </a:cubicBezTo>
                <a:cubicBezTo>
                  <a:pt x="2603521" y="18902"/>
                  <a:pt x="2794784" y="-2328"/>
                  <a:pt x="2999445" y="0"/>
                </a:cubicBezTo>
                <a:cubicBezTo>
                  <a:pt x="3204106" y="2328"/>
                  <a:pt x="3397045" y="34965"/>
                  <a:pt x="3717993" y="0"/>
                </a:cubicBezTo>
                <a:cubicBezTo>
                  <a:pt x="4038941" y="-34965"/>
                  <a:pt x="4023796" y="29984"/>
                  <a:pt x="4317882" y="0"/>
                </a:cubicBezTo>
                <a:cubicBezTo>
                  <a:pt x="4611968" y="-29984"/>
                  <a:pt x="4743747" y="-19193"/>
                  <a:pt x="4858442" y="0"/>
                </a:cubicBezTo>
                <a:cubicBezTo>
                  <a:pt x="4973137" y="19193"/>
                  <a:pt x="5219226" y="-21103"/>
                  <a:pt x="5339671" y="0"/>
                </a:cubicBezTo>
                <a:cubicBezTo>
                  <a:pt x="5460116" y="21103"/>
                  <a:pt x="5655302" y="19026"/>
                  <a:pt x="5932968" y="0"/>
                </a:cubicBezTo>
                <a:cubicBezTo>
                  <a:pt x="5927672" y="146625"/>
                  <a:pt x="5915531" y="281860"/>
                  <a:pt x="5932968" y="354588"/>
                </a:cubicBezTo>
                <a:cubicBezTo>
                  <a:pt x="5582672" y="350473"/>
                  <a:pt x="5454688" y="343458"/>
                  <a:pt x="5155090" y="354588"/>
                </a:cubicBezTo>
                <a:cubicBezTo>
                  <a:pt x="4855492" y="365718"/>
                  <a:pt x="4829742" y="340869"/>
                  <a:pt x="4614531" y="354588"/>
                </a:cubicBezTo>
                <a:cubicBezTo>
                  <a:pt x="4399320" y="368307"/>
                  <a:pt x="4189121" y="382335"/>
                  <a:pt x="4014642" y="354588"/>
                </a:cubicBezTo>
                <a:cubicBezTo>
                  <a:pt x="3840163" y="326841"/>
                  <a:pt x="3508274" y="353477"/>
                  <a:pt x="3355423" y="354588"/>
                </a:cubicBezTo>
                <a:cubicBezTo>
                  <a:pt x="3202572" y="355699"/>
                  <a:pt x="2990869" y="346619"/>
                  <a:pt x="2696204" y="354588"/>
                </a:cubicBezTo>
                <a:cubicBezTo>
                  <a:pt x="2401539" y="362557"/>
                  <a:pt x="2333672" y="374458"/>
                  <a:pt x="1977656" y="354588"/>
                </a:cubicBezTo>
                <a:cubicBezTo>
                  <a:pt x="1621640" y="334718"/>
                  <a:pt x="1652523" y="370830"/>
                  <a:pt x="1377767" y="354588"/>
                </a:cubicBezTo>
                <a:cubicBezTo>
                  <a:pt x="1103011" y="338346"/>
                  <a:pt x="959737" y="358391"/>
                  <a:pt x="777878" y="354588"/>
                </a:cubicBezTo>
                <a:cubicBezTo>
                  <a:pt x="596019" y="350785"/>
                  <a:pt x="277916" y="338931"/>
                  <a:pt x="0" y="354588"/>
                </a:cubicBezTo>
                <a:cubicBezTo>
                  <a:pt x="-7969" y="280336"/>
                  <a:pt x="-17658" y="7944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Effective detection and rephrasing performance with positive feedback.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BDAB714E-7A93-AE14-8C6A-60603D313FAC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Test cases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962EFEB-D94E-5A97-493D-C94CBE2077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637670"/>
              </p:ext>
            </p:extLst>
          </p:nvPr>
        </p:nvGraphicFramePr>
        <p:xfrm>
          <a:off x="204923" y="619490"/>
          <a:ext cx="8633637" cy="3971625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877879">
                  <a:extLst>
                    <a:ext uri="{9D8B030D-6E8A-4147-A177-3AD203B41FA5}">
                      <a16:colId xmlns:a16="http://schemas.microsoft.com/office/drawing/2014/main" val="3794978219"/>
                    </a:ext>
                  </a:extLst>
                </a:gridCol>
                <a:gridCol w="2877879">
                  <a:extLst>
                    <a:ext uri="{9D8B030D-6E8A-4147-A177-3AD203B41FA5}">
                      <a16:colId xmlns:a16="http://schemas.microsoft.com/office/drawing/2014/main" val="310140004"/>
                    </a:ext>
                  </a:extLst>
                </a:gridCol>
                <a:gridCol w="2877879">
                  <a:extLst>
                    <a:ext uri="{9D8B030D-6E8A-4147-A177-3AD203B41FA5}">
                      <a16:colId xmlns:a16="http://schemas.microsoft.com/office/drawing/2014/main" val="2788166783"/>
                    </a:ext>
                  </a:extLst>
                </a:gridCol>
              </a:tblGrid>
              <a:tr h="336977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Test Case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14881"/>
                  </a:ext>
                </a:extLst>
              </a:tr>
              <a:tr h="1070807"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User 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User’s details being saved into the database seamlessly and no issues while logging in, being able to recognize invalid formats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  <a:p>
                      <a:pPr algn="ctr"/>
                      <a:endParaRPr lang="en-IN" dirty="0"/>
                    </a:p>
                    <a:p>
                      <a:pPr algn="ctr"/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081741"/>
                  </a:ext>
                </a:extLst>
              </a:tr>
              <a:tr h="75136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Detecting Toxic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Detecting toxic sentence along with its category (Example: You are the worst person I have met)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</a:t>
                      </a:r>
                      <a:br>
                        <a:rPr lang="en-IN" dirty="0"/>
                      </a:br>
                      <a:r>
                        <a:rPr lang="en-IN" dirty="0"/>
                        <a:t>(Toxic and </a:t>
                      </a:r>
                      <a:br>
                        <a:rPr lang="en-IN" dirty="0"/>
                      </a:br>
                      <a:r>
                        <a:rPr lang="en-IN" dirty="0"/>
                        <a:t>category: Insult)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233760"/>
                  </a:ext>
                </a:extLst>
              </a:tr>
              <a:tr h="524539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Detecting Non-Toxic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Detecting non-toxic sentences (Example: I love playing games)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23823"/>
                  </a:ext>
                </a:extLst>
              </a:tr>
              <a:tr h="76977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Rephrasing Toxic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Being able to rephrase toxic sentences (Example: You are the worst person I have met)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</a:t>
                      </a:r>
                      <a:br>
                        <a:rPr lang="en-IN" dirty="0"/>
                      </a:br>
                      <a:r>
                        <a:rPr lang="en-IN" dirty="0"/>
                        <a:t>(I have not had a positive experience with you)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96184"/>
                  </a:ext>
                </a:extLst>
              </a:tr>
              <a:tr h="33697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User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Storing the encrypted passwords using the algorithm HS256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2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80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/>
          <p:cNvSpPr txBox="1">
            <a:spLocks noGrp="1"/>
          </p:cNvSpPr>
          <p:nvPr>
            <p:ph type="title"/>
          </p:nvPr>
        </p:nvSpPr>
        <p:spPr>
          <a:xfrm>
            <a:off x="3837652" y="-19479"/>
            <a:ext cx="5835030" cy="16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Execution</a:t>
            </a:r>
            <a:endParaRPr lang="en-IN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/>
          <p:cNvSpPr txBox="1">
            <a:spLocks noGrp="1"/>
          </p:cNvSpPr>
          <p:nvPr>
            <p:ph type="title" idx="2"/>
          </p:nvPr>
        </p:nvSpPr>
        <p:spPr>
          <a:xfrm>
            <a:off x="131430" y="675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11.</a:t>
            </a:r>
            <a:endParaRPr dirty="0"/>
          </a:p>
        </p:txBody>
      </p:sp>
      <p:cxnSp>
        <p:nvCxnSpPr>
          <p:cNvPr id="323" name="Google Shape;323;p30"/>
          <p:cNvCxnSpPr/>
          <p:nvPr/>
        </p:nvCxnSpPr>
        <p:spPr>
          <a:xfrm>
            <a:off x="121830" y="1016894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/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/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903770CD-EC6C-A673-D167-60DD50ED5051}"/>
              </a:ext>
            </a:extLst>
          </p:cNvPr>
          <p:cNvSpPr txBox="1">
            <a:spLocks/>
          </p:cNvSpPr>
          <p:nvPr/>
        </p:nvSpPr>
        <p:spPr>
          <a:xfrm>
            <a:off x="2016018" y="4827351"/>
            <a:ext cx="5029824" cy="354588"/>
          </a:xfrm>
          <a:custGeom>
            <a:avLst/>
            <a:gdLst>
              <a:gd name="connsiteX0" fmla="*/ 0 w 5029824"/>
              <a:gd name="connsiteY0" fmla="*/ 0 h 354588"/>
              <a:gd name="connsiteX1" fmla="*/ 528132 w 5029824"/>
              <a:gd name="connsiteY1" fmla="*/ 0 h 354588"/>
              <a:gd name="connsiteX2" fmla="*/ 1257456 w 5029824"/>
              <a:gd name="connsiteY2" fmla="*/ 0 h 354588"/>
              <a:gd name="connsiteX3" fmla="*/ 1936482 w 5029824"/>
              <a:gd name="connsiteY3" fmla="*/ 0 h 354588"/>
              <a:gd name="connsiteX4" fmla="*/ 2665807 w 5029824"/>
              <a:gd name="connsiteY4" fmla="*/ 0 h 354588"/>
              <a:gd name="connsiteX5" fmla="*/ 3395131 w 5029824"/>
              <a:gd name="connsiteY5" fmla="*/ 0 h 354588"/>
              <a:gd name="connsiteX6" fmla="*/ 4023859 w 5029824"/>
              <a:gd name="connsiteY6" fmla="*/ 0 h 354588"/>
              <a:gd name="connsiteX7" fmla="*/ 5029824 w 5029824"/>
              <a:gd name="connsiteY7" fmla="*/ 0 h 354588"/>
              <a:gd name="connsiteX8" fmla="*/ 5029824 w 5029824"/>
              <a:gd name="connsiteY8" fmla="*/ 354588 h 354588"/>
              <a:gd name="connsiteX9" fmla="*/ 4401096 w 5029824"/>
              <a:gd name="connsiteY9" fmla="*/ 354588 h 354588"/>
              <a:gd name="connsiteX10" fmla="*/ 3671772 w 5029824"/>
              <a:gd name="connsiteY10" fmla="*/ 354588 h 354588"/>
              <a:gd name="connsiteX11" fmla="*/ 2992745 w 5029824"/>
              <a:gd name="connsiteY11" fmla="*/ 354588 h 354588"/>
              <a:gd name="connsiteX12" fmla="*/ 2364017 w 5029824"/>
              <a:gd name="connsiteY12" fmla="*/ 354588 h 354588"/>
              <a:gd name="connsiteX13" fmla="*/ 1634693 w 5029824"/>
              <a:gd name="connsiteY13" fmla="*/ 354588 h 354588"/>
              <a:gd name="connsiteX14" fmla="*/ 1005965 w 5029824"/>
              <a:gd name="connsiteY14" fmla="*/ 354588 h 354588"/>
              <a:gd name="connsiteX15" fmla="*/ 0 w 5029824"/>
              <a:gd name="connsiteY15" fmla="*/ 354588 h 354588"/>
              <a:gd name="connsiteX16" fmla="*/ 0 w 5029824"/>
              <a:gd name="connsiteY16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029824" h="354588" fill="none" extrusionOk="0">
                <a:moveTo>
                  <a:pt x="0" y="0"/>
                </a:moveTo>
                <a:cubicBezTo>
                  <a:pt x="122731" y="-14248"/>
                  <a:pt x="268927" y="-25201"/>
                  <a:pt x="528132" y="0"/>
                </a:cubicBezTo>
                <a:cubicBezTo>
                  <a:pt x="787337" y="25201"/>
                  <a:pt x="1018687" y="-25963"/>
                  <a:pt x="1257456" y="0"/>
                </a:cubicBezTo>
                <a:cubicBezTo>
                  <a:pt x="1496225" y="25963"/>
                  <a:pt x="1748610" y="370"/>
                  <a:pt x="1936482" y="0"/>
                </a:cubicBezTo>
                <a:cubicBezTo>
                  <a:pt x="2124354" y="-370"/>
                  <a:pt x="2384258" y="-12136"/>
                  <a:pt x="2665807" y="0"/>
                </a:cubicBezTo>
                <a:cubicBezTo>
                  <a:pt x="2947357" y="12136"/>
                  <a:pt x="3044296" y="-25051"/>
                  <a:pt x="3395131" y="0"/>
                </a:cubicBezTo>
                <a:cubicBezTo>
                  <a:pt x="3745966" y="25051"/>
                  <a:pt x="3728913" y="17041"/>
                  <a:pt x="4023859" y="0"/>
                </a:cubicBezTo>
                <a:cubicBezTo>
                  <a:pt x="4318805" y="-17041"/>
                  <a:pt x="4652530" y="32349"/>
                  <a:pt x="5029824" y="0"/>
                </a:cubicBezTo>
                <a:cubicBezTo>
                  <a:pt x="5030868" y="108723"/>
                  <a:pt x="5019169" y="277004"/>
                  <a:pt x="5029824" y="354588"/>
                </a:cubicBezTo>
                <a:cubicBezTo>
                  <a:pt x="4884633" y="325923"/>
                  <a:pt x="4702774" y="332404"/>
                  <a:pt x="4401096" y="354588"/>
                </a:cubicBezTo>
                <a:cubicBezTo>
                  <a:pt x="4099418" y="376772"/>
                  <a:pt x="3863315" y="369969"/>
                  <a:pt x="3671772" y="354588"/>
                </a:cubicBezTo>
                <a:cubicBezTo>
                  <a:pt x="3480229" y="339207"/>
                  <a:pt x="3205666" y="379342"/>
                  <a:pt x="2992745" y="354588"/>
                </a:cubicBezTo>
                <a:cubicBezTo>
                  <a:pt x="2779824" y="329834"/>
                  <a:pt x="2619005" y="331110"/>
                  <a:pt x="2364017" y="354588"/>
                </a:cubicBezTo>
                <a:cubicBezTo>
                  <a:pt x="2109029" y="378066"/>
                  <a:pt x="1788006" y="326460"/>
                  <a:pt x="1634693" y="354588"/>
                </a:cubicBezTo>
                <a:cubicBezTo>
                  <a:pt x="1481380" y="382716"/>
                  <a:pt x="1283783" y="374596"/>
                  <a:pt x="1005965" y="354588"/>
                </a:cubicBezTo>
                <a:cubicBezTo>
                  <a:pt x="728147" y="334580"/>
                  <a:pt x="329744" y="305812"/>
                  <a:pt x="0" y="354588"/>
                </a:cubicBezTo>
                <a:cubicBezTo>
                  <a:pt x="-5922" y="205916"/>
                  <a:pt x="-5624" y="99149"/>
                  <a:pt x="0" y="0"/>
                </a:cubicBezTo>
                <a:close/>
              </a:path>
              <a:path w="5029824" h="354588" stroke="0" extrusionOk="0">
                <a:moveTo>
                  <a:pt x="0" y="0"/>
                </a:moveTo>
                <a:cubicBezTo>
                  <a:pt x="163506" y="9086"/>
                  <a:pt x="404306" y="-19615"/>
                  <a:pt x="528132" y="0"/>
                </a:cubicBezTo>
                <a:cubicBezTo>
                  <a:pt x="651958" y="19615"/>
                  <a:pt x="783455" y="-17850"/>
                  <a:pt x="1005965" y="0"/>
                </a:cubicBezTo>
                <a:cubicBezTo>
                  <a:pt x="1228475" y="17850"/>
                  <a:pt x="1425759" y="-15255"/>
                  <a:pt x="1684991" y="0"/>
                </a:cubicBezTo>
                <a:cubicBezTo>
                  <a:pt x="1944223" y="15255"/>
                  <a:pt x="2102087" y="-6979"/>
                  <a:pt x="2364017" y="0"/>
                </a:cubicBezTo>
                <a:cubicBezTo>
                  <a:pt x="2625947" y="6979"/>
                  <a:pt x="2629376" y="-11775"/>
                  <a:pt x="2892149" y="0"/>
                </a:cubicBezTo>
                <a:cubicBezTo>
                  <a:pt x="3154922" y="11775"/>
                  <a:pt x="3425231" y="3602"/>
                  <a:pt x="3571175" y="0"/>
                </a:cubicBezTo>
                <a:cubicBezTo>
                  <a:pt x="3717119" y="-3602"/>
                  <a:pt x="3976793" y="-12267"/>
                  <a:pt x="4149605" y="0"/>
                </a:cubicBezTo>
                <a:cubicBezTo>
                  <a:pt x="4322417" y="12267"/>
                  <a:pt x="4819165" y="-6453"/>
                  <a:pt x="5029824" y="0"/>
                </a:cubicBezTo>
                <a:cubicBezTo>
                  <a:pt x="5044048" y="147277"/>
                  <a:pt x="5038542" y="188542"/>
                  <a:pt x="5029824" y="354588"/>
                </a:cubicBezTo>
                <a:cubicBezTo>
                  <a:pt x="4824316" y="350529"/>
                  <a:pt x="4761368" y="377786"/>
                  <a:pt x="4551991" y="354588"/>
                </a:cubicBezTo>
                <a:cubicBezTo>
                  <a:pt x="4342614" y="331390"/>
                  <a:pt x="4218697" y="348474"/>
                  <a:pt x="4074157" y="354588"/>
                </a:cubicBezTo>
                <a:cubicBezTo>
                  <a:pt x="3929617" y="360702"/>
                  <a:pt x="3752699" y="329067"/>
                  <a:pt x="3546026" y="354588"/>
                </a:cubicBezTo>
                <a:cubicBezTo>
                  <a:pt x="3339353" y="380109"/>
                  <a:pt x="3136344" y="346529"/>
                  <a:pt x="3017894" y="354588"/>
                </a:cubicBezTo>
                <a:cubicBezTo>
                  <a:pt x="2899444" y="362647"/>
                  <a:pt x="2676646" y="344016"/>
                  <a:pt x="2439465" y="354588"/>
                </a:cubicBezTo>
                <a:cubicBezTo>
                  <a:pt x="2202284" y="365160"/>
                  <a:pt x="2116710" y="368310"/>
                  <a:pt x="1810737" y="354588"/>
                </a:cubicBezTo>
                <a:cubicBezTo>
                  <a:pt x="1504764" y="340866"/>
                  <a:pt x="1312597" y="338370"/>
                  <a:pt x="1182009" y="354588"/>
                </a:cubicBezTo>
                <a:cubicBezTo>
                  <a:pt x="1051421" y="370806"/>
                  <a:pt x="463015" y="365071"/>
                  <a:pt x="0" y="354588"/>
                </a:cubicBezTo>
                <a:cubicBezTo>
                  <a:pt x="-13699" y="225097"/>
                  <a:pt x="12629" y="12193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Encouraging outcomes in reducing harmful content online.</a:t>
            </a:r>
          </a:p>
        </p:txBody>
      </p:sp>
      <p:sp>
        <p:nvSpPr>
          <p:cNvPr id="2" name="Google Shape;440;p39">
            <a:extLst>
              <a:ext uri="{FF2B5EF4-FFF2-40B4-BE49-F238E27FC236}">
                <a16:creationId xmlns:a16="http://schemas.microsoft.com/office/drawing/2014/main" id="{BD23CBA0-E13C-8D03-E380-921FEEAEFBDA}"/>
              </a:ext>
            </a:extLst>
          </p:cNvPr>
          <p:cNvSpPr/>
          <p:nvPr/>
        </p:nvSpPr>
        <p:spPr>
          <a:xfrm>
            <a:off x="4571101" y="821779"/>
            <a:ext cx="4371900" cy="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" name="Google Shape;441;p39">
            <a:extLst>
              <a:ext uri="{FF2B5EF4-FFF2-40B4-BE49-F238E27FC236}">
                <a16:creationId xmlns:a16="http://schemas.microsoft.com/office/drawing/2014/main" id="{3E4D0B36-28A5-C952-EBB5-D77DC9385FD3}"/>
              </a:ext>
            </a:extLst>
          </p:cNvPr>
          <p:cNvSpPr/>
          <p:nvPr/>
        </p:nvSpPr>
        <p:spPr>
          <a:xfrm>
            <a:off x="4569217" y="909379"/>
            <a:ext cx="4371900" cy="11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3E5FE79-65AE-15FA-BD17-8362ECDC97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059886"/>
              </p:ext>
            </p:extLst>
          </p:nvPr>
        </p:nvGraphicFramePr>
        <p:xfrm>
          <a:off x="863880" y="1148409"/>
          <a:ext cx="8021421" cy="36789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3935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2" grpId="0" animBg="1"/>
      <p:bldP spid="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CDFE3062-7DDD-AEF6-A988-E6C78BED3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0A731C41-4795-EE13-472B-5115BC0284B9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81BDA392-D708-2DDC-B0EE-1B80E51340E1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E29CF41B-2460-B630-3374-613EF7C2CA16}"/>
              </a:ext>
            </a:extLst>
          </p:cNvPr>
          <p:cNvSpPr txBox="1">
            <a:spLocks/>
          </p:cNvSpPr>
          <p:nvPr/>
        </p:nvSpPr>
        <p:spPr>
          <a:xfrm>
            <a:off x="1447958" y="4788912"/>
            <a:ext cx="5932968" cy="354588"/>
          </a:xfrm>
          <a:custGeom>
            <a:avLst/>
            <a:gdLst>
              <a:gd name="connsiteX0" fmla="*/ 0 w 5932968"/>
              <a:gd name="connsiteY0" fmla="*/ 0 h 354588"/>
              <a:gd name="connsiteX1" fmla="*/ 777878 w 5932968"/>
              <a:gd name="connsiteY1" fmla="*/ 0 h 354588"/>
              <a:gd name="connsiteX2" fmla="*/ 1555756 w 5932968"/>
              <a:gd name="connsiteY2" fmla="*/ 0 h 354588"/>
              <a:gd name="connsiteX3" fmla="*/ 2214975 w 5932968"/>
              <a:gd name="connsiteY3" fmla="*/ 0 h 354588"/>
              <a:gd name="connsiteX4" fmla="*/ 2933523 w 5932968"/>
              <a:gd name="connsiteY4" fmla="*/ 0 h 354588"/>
              <a:gd name="connsiteX5" fmla="*/ 3711401 w 5932968"/>
              <a:gd name="connsiteY5" fmla="*/ 0 h 354588"/>
              <a:gd name="connsiteX6" fmla="*/ 4429949 w 5932968"/>
              <a:gd name="connsiteY6" fmla="*/ 0 h 354588"/>
              <a:gd name="connsiteX7" fmla="*/ 5207827 w 5932968"/>
              <a:gd name="connsiteY7" fmla="*/ 0 h 354588"/>
              <a:gd name="connsiteX8" fmla="*/ 5932968 w 5932968"/>
              <a:gd name="connsiteY8" fmla="*/ 0 h 354588"/>
              <a:gd name="connsiteX9" fmla="*/ 5932968 w 5932968"/>
              <a:gd name="connsiteY9" fmla="*/ 354588 h 354588"/>
              <a:gd name="connsiteX10" fmla="*/ 5155090 w 5932968"/>
              <a:gd name="connsiteY10" fmla="*/ 354588 h 354588"/>
              <a:gd name="connsiteX11" fmla="*/ 4495871 w 5932968"/>
              <a:gd name="connsiteY11" fmla="*/ 354588 h 354588"/>
              <a:gd name="connsiteX12" fmla="*/ 3955312 w 5932968"/>
              <a:gd name="connsiteY12" fmla="*/ 354588 h 354588"/>
              <a:gd name="connsiteX13" fmla="*/ 3414753 w 5932968"/>
              <a:gd name="connsiteY13" fmla="*/ 354588 h 354588"/>
              <a:gd name="connsiteX14" fmla="*/ 2696204 w 5932968"/>
              <a:gd name="connsiteY14" fmla="*/ 354588 h 354588"/>
              <a:gd name="connsiteX15" fmla="*/ 2096315 w 5932968"/>
              <a:gd name="connsiteY15" fmla="*/ 354588 h 354588"/>
              <a:gd name="connsiteX16" fmla="*/ 1555756 w 5932968"/>
              <a:gd name="connsiteY16" fmla="*/ 354588 h 354588"/>
              <a:gd name="connsiteX17" fmla="*/ 1074526 w 5932968"/>
              <a:gd name="connsiteY17" fmla="*/ 354588 h 354588"/>
              <a:gd name="connsiteX18" fmla="*/ 0 w 5932968"/>
              <a:gd name="connsiteY18" fmla="*/ 354588 h 354588"/>
              <a:gd name="connsiteX19" fmla="*/ 0 w 5932968"/>
              <a:gd name="connsiteY19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932968" h="354588" fill="none" extrusionOk="0">
                <a:moveTo>
                  <a:pt x="0" y="0"/>
                </a:moveTo>
                <a:cubicBezTo>
                  <a:pt x="206491" y="33519"/>
                  <a:pt x="555116" y="27406"/>
                  <a:pt x="777878" y="0"/>
                </a:cubicBezTo>
                <a:cubicBezTo>
                  <a:pt x="1000640" y="-27406"/>
                  <a:pt x="1389902" y="-20491"/>
                  <a:pt x="1555756" y="0"/>
                </a:cubicBezTo>
                <a:cubicBezTo>
                  <a:pt x="1721610" y="20491"/>
                  <a:pt x="2071766" y="-12568"/>
                  <a:pt x="2214975" y="0"/>
                </a:cubicBezTo>
                <a:cubicBezTo>
                  <a:pt x="2358184" y="12568"/>
                  <a:pt x="2731859" y="29151"/>
                  <a:pt x="2933523" y="0"/>
                </a:cubicBezTo>
                <a:cubicBezTo>
                  <a:pt x="3135187" y="-29151"/>
                  <a:pt x="3526799" y="-14290"/>
                  <a:pt x="3711401" y="0"/>
                </a:cubicBezTo>
                <a:cubicBezTo>
                  <a:pt x="3896003" y="14290"/>
                  <a:pt x="4231950" y="14851"/>
                  <a:pt x="4429949" y="0"/>
                </a:cubicBezTo>
                <a:cubicBezTo>
                  <a:pt x="4627948" y="-14851"/>
                  <a:pt x="5046863" y="16354"/>
                  <a:pt x="5207827" y="0"/>
                </a:cubicBezTo>
                <a:cubicBezTo>
                  <a:pt x="5368791" y="-16354"/>
                  <a:pt x="5638906" y="-6131"/>
                  <a:pt x="5932968" y="0"/>
                </a:cubicBezTo>
                <a:cubicBezTo>
                  <a:pt x="5946431" y="103223"/>
                  <a:pt x="5939084" y="218041"/>
                  <a:pt x="5932968" y="354588"/>
                </a:cubicBezTo>
                <a:cubicBezTo>
                  <a:pt x="5629238" y="349698"/>
                  <a:pt x="5321052" y="364703"/>
                  <a:pt x="5155090" y="354588"/>
                </a:cubicBezTo>
                <a:cubicBezTo>
                  <a:pt x="4989128" y="344473"/>
                  <a:pt x="4769319" y="356545"/>
                  <a:pt x="4495871" y="354588"/>
                </a:cubicBezTo>
                <a:cubicBezTo>
                  <a:pt x="4222423" y="352631"/>
                  <a:pt x="4141134" y="365447"/>
                  <a:pt x="3955312" y="354588"/>
                </a:cubicBezTo>
                <a:cubicBezTo>
                  <a:pt x="3769490" y="343729"/>
                  <a:pt x="3663786" y="370750"/>
                  <a:pt x="3414753" y="354588"/>
                </a:cubicBezTo>
                <a:cubicBezTo>
                  <a:pt x="3165720" y="338426"/>
                  <a:pt x="2875200" y="340976"/>
                  <a:pt x="2696204" y="354588"/>
                </a:cubicBezTo>
                <a:cubicBezTo>
                  <a:pt x="2517208" y="368200"/>
                  <a:pt x="2384802" y="365500"/>
                  <a:pt x="2096315" y="354588"/>
                </a:cubicBezTo>
                <a:cubicBezTo>
                  <a:pt x="1807828" y="343676"/>
                  <a:pt x="1800973" y="371116"/>
                  <a:pt x="1555756" y="354588"/>
                </a:cubicBezTo>
                <a:cubicBezTo>
                  <a:pt x="1310539" y="338060"/>
                  <a:pt x="1313889" y="352434"/>
                  <a:pt x="1074526" y="354588"/>
                </a:cubicBezTo>
                <a:cubicBezTo>
                  <a:pt x="835163" y="356743"/>
                  <a:pt x="484108" y="395722"/>
                  <a:pt x="0" y="354588"/>
                </a:cubicBezTo>
                <a:cubicBezTo>
                  <a:pt x="-3864" y="225344"/>
                  <a:pt x="14883" y="127122"/>
                  <a:pt x="0" y="0"/>
                </a:cubicBezTo>
                <a:close/>
              </a:path>
              <a:path w="5932968" h="354588" stroke="0" extrusionOk="0">
                <a:moveTo>
                  <a:pt x="0" y="0"/>
                </a:moveTo>
                <a:cubicBezTo>
                  <a:pt x="144622" y="19307"/>
                  <a:pt x="289622" y="-25546"/>
                  <a:pt x="540559" y="0"/>
                </a:cubicBezTo>
                <a:cubicBezTo>
                  <a:pt x="791496" y="25546"/>
                  <a:pt x="792914" y="2976"/>
                  <a:pt x="1021789" y="0"/>
                </a:cubicBezTo>
                <a:cubicBezTo>
                  <a:pt x="1250664" y="-2976"/>
                  <a:pt x="1535487" y="23511"/>
                  <a:pt x="1740337" y="0"/>
                </a:cubicBezTo>
                <a:cubicBezTo>
                  <a:pt x="1945187" y="-23511"/>
                  <a:pt x="2314251" y="-18902"/>
                  <a:pt x="2458886" y="0"/>
                </a:cubicBezTo>
                <a:cubicBezTo>
                  <a:pt x="2603521" y="18902"/>
                  <a:pt x="2794784" y="-2328"/>
                  <a:pt x="2999445" y="0"/>
                </a:cubicBezTo>
                <a:cubicBezTo>
                  <a:pt x="3204106" y="2328"/>
                  <a:pt x="3397045" y="34965"/>
                  <a:pt x="3717993" y="0"/>
                </a:cubicBezTo>
                <a:cubicBezTo>
                  <a:pt x="4038941" y="-34965"/>
                  <a:pt x="4023796" y="29984"/>
                  <a:pt x="4317882" y="0"/>
                </a:cubicBezTo>
                <a:cubicBezTo>
                  <a:pt x="4611968" y="-29984"/>
                  <a:pt x="4743747" y="-19193"/>
                  <a:pt x="4858442" y="0"/>
                </a:cubicBezTo>
                <a:cubicBezTo>
                  <a:pt x="4973137" y="19193"/>
                  <a:pt x="5219226" y="-21103"/>
                  <a:pt x="5339671" y="0"/>
                </a:cubicBezTo>
                <a:cubicBezTo>
                  <a:pt x="5460116" y="21103"/>
                  <a:pt x="5655302" y="19026"/>
                  <a:pt x="5932968" y="0"/>
                </a:cubicBezTo>
                <a:cubicBezTo>
                  <a:pt x="5927672" y="146625"/>
                  <a:pt x="5915531" y="281860"/>
                  <a:pt x="5932968" y="354588"/>
                </a:cubicBezTo>
                <a:cubicBezTo>
                  <a:pt x="5582672" y="350473"/>
                  <a:pt x="5454688" y="343458"/>
                  <a:pt x="5155090" y="354588"/>
                </a:cubicBezTo>
                <a:cubicBezTo>
                  <a:pt x="4855492" y="365718"/>
                  <a:pt x="4829742" y="340869"/>
                  <a:pt x="4614531" y="354588"/>
                </a:cubicBezTo>
                <a:cubicBezTo>
                  <a:pt x="4399320" y="368307"/>
                  <a:pt x="4189121" y="382335"/>
                  <a:pt x="4014642" y="354588"/>
                </a:cubicBezTo>
                <a:cubicBezTo>
                  <a:pt x="3840163" y="326841"/>
                  <a:pt x="3508274" y="353477"/>
                  <a:pt x="3355423" y="354588"/>
                </a:cubicBezTo>
                <a:cubicBezTo>
                  <a:pt x="3202572" y="355699"/>
                  <a:pt x="2990869" y="346619"/>
                  <a:pt x="2696204" y="354588"/>
                </a:cubicBezTo>
                <a:cubicBezTo>
                  <a:pt x="2401539" y="362557"/>
                  <a:pt x="2333672" y="374458"/>
                  <a:pt x="1977656" y="354588"/>
                </a:cubicBezTo>
                <a:cubicBezTo>
                  <a:pt x="1621640" y="334718"/>
                  <a:pt x="1652523" y="370830"/>
                  <a:pt x="1377767" y="354588"/>
                </a:cubicBezTo>
                <a:cubicBezTo>
                  <a:pt x="1103011" y="338346"/>
                  <a:pt x="959737" y="358391"/>
                  <a:pt x="777878" y="354588"/>
                </a:cubicBezTo>
                <a:cubicBezTo>
                  <a:pt x="596019" y="350785"/>
                  <a:pt x="277916" y="338931"/>
                  <a:pt x="0" y="354588"/>
                </a:cubicBezTo>
                <a:cubicBezTo>
                  <a:pt x="-7969" y="280336"/>
                  <a:pt x="-17658" y="7944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Assessing impact through precision, recall, and user satisfaction.</a:t>
            </a:r>
          </a:p>
        </p:txBody>
      </p:sp>
      <p:sp>
        <p:nvSpPr>
          <p:cNvPr id="9" name="Google Shape;433;p39">
            <a:extLst>
              <a:ext uri="{FF2B5EF4-FFF2-40B4-BE49-F238E27FC236}">
                <a16:creationId xmlns:a16="http://schemas.microsoft.com/office/drawing/2014/main" id="{70223657-B165-181A-DB99-DE5464C0B7AF}"/>
              </a:ext>
            </a:extLst>
          </p:cNvPr>
          <p:cNvSpPr txBox="1">
            <a:spLocks/>
          </p:cNvSpPr>
          <p:nvPr/>
        </p:nvSpPr>
        <p:spPr>
          <a:xfrm>
            <a:off x="88513" y="183379"/>
            <a:ext cx="3858778" cy="476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48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sz="2800" u="sng" dirty="0"/>
              <a:t>Results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28213F6-9A72-B9F0-8E78-50F36FD66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860152"/>
              </p:ext>
            </p:extLst>
          </p:nvPr>
        </p:nvGraphicFramePr>
        <p:xfrm>
          <a:off x="1929902" y="676529"/>
          <a:ext cx="5755758" cy="321498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877879">
                  <a:extLst>
                    <a:ext uri="{9D8B030D-6E8A-4147-A177-3AD203B41FA5}">
                      <a16:colId xmlns:a16="http://schemas.microsoft.com/office/drawing/2014/main" val="3794978219"/>
                    </a:ext>
                  </a:extLst>
                </a:gridCol>
                <a:gridCol w="2877879">
                  <a:extLst>
                    <a:ext uri="{9D8B030D-6E8A-4147-A177-3AD203B41FA5}">
                      <a16:colId xmlns:a16="http://schemas.microsoft.com/office/drawing/2014/main" val="2788166783"/>
                    </a:ext>
                  </a:extLst>
                </a:gridCol>
              </a:tblGrid>
              <a:tr h="383847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Metric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214881"/>
                  </a:ext>
                </a:extLst>
              </a:tr>
              <a:tr h="46038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Response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~5-7 seconds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9081741"/>
                  </a:ext>
                </a:extLst>
              </a:tr>
              <a:tr h="419863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233760"/>
                  </a:ext>
                </a:extLst>
              </a:tr>
              <a:tr h="411788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8223823"/>
                  </a:ext>
                </a:extLst>
              </a:tr>
              <a:tr h="387566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0596184"/>
                  </a:ext>
                </a:extLst>
              </a:tr>
              <a:tr h="3838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 Score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2455"/>
                  </a:ext>
                </a:extLst>
              </a:tr>
              <a:tr h="3838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Positive 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9577479"/>
                  </a:ext>
                </a:extLst>
              </a:tr>
              <a:tr h="38384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False Negative Rate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89875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29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5F20BA72-DC70-99ED-CDA5-6CD391082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>
            <a:extLst>
              <a:ext uri="{FF2B5EF4-FFF2-40B4-BE49-F238E27FC236}">
                <a16:creationId xmlns:a16="http://schemas.microsoft.com/office/drawing/2014/main" id="{AA9EBDE3-0F0F-0165-6585-D224A20336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021" y="147937"/>
            <a:ext cx="5835030" cy="1387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>
                <a:ea typeface="Raleway Medium"/>
                <a:cs typeface="Raleway Medium"/>
              </a:rPr>
              <a:t>Conclusion</a:t>
            </a:r>
            <a:br>
              <a:rPr lang="en-US" sz="2400" dirty="0">
                <a:ea typeface="Raleway Medium"/>
                <a:cs typeface="Raleway Medium"/>
              </a:rPr>
            </a:br>
            <a:endParaRPr lang="en-IN" sz="2400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1" name="Google Shape;321;p30">
            <a:extLst>
              <a:ext uri="{FF2B5EF4-FFF2-40B4-BE49-F238E27FC236}">
                <a16:creationId xmlns:a16="http://schemas.microsoft.com/office/drawing/2014/main" id="{1DCC5969-EE50-4BA9-83AA-FB58BF49287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31430" y="183379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12.</a:t>
            </a:r>
            <a:endParaRPr dirty="0"/>
          </a:p>
        </p:txBody>
      </p:sp>
      <p:cxnSp>
        <p:nvCxnSpPr>
          <p:cNvPr id="323" name="Google Shape;323;p30">
            <a:extLst>
              <a:ext uri="{FF2B5EF4-FFF2-40B4-BE49-F238E27FC236}">
                <a16:creationId xmlns:a16="http://schemas.microsoft.com/office/drawing/2014/main" id="{AC174B89-02B8-7813-9CCB-4BB0D18120E6}"/>
              </a:ext>
            </a:extLst>
          </p:cNvPr>
          <p:cNvCxnSpPr/>
          <p:nvPr/>
        </p:nvCxnSpPr>
        <p:spPr>
          <a:xfrm>
            <a:off x="121830" y="1115665"/>
            <a:ext cx="14841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3808F812-6F18-15D2-30DA-9EB3028E86E0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7B595ACB-5C3E-D3BE-8C28-B6165CA12FEC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535CA452-7E64-5077-950C-8CE8E24A7390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 impactful step forward in reducing online toxicity.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4E7606-D277-A176-9309-13E2377586DB}"/>
              </a:ext>
            </a:extLst>
          </p:cNvPr>
          <p:cNvSpPr txBox="1"/>
          <p:nvPr/>
        </p:nvSpPr>
        <p:spPr>
          <a:xfrm>
            <a:off x="309779" y="1621581"/>
            <a:ext cx="1926899" cy="830997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Promoting positive online interactions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14C3FE-6F37-81D7-B2AE-47CD03BEB7B4}"/>
              </a:ext>
            </a:extLst>
          </p:cNvPr>
          <p:cNvSpPr txBox="1"/>
          <p:nvPr/>
        </p:nvSpPr>
        <p:spPr>
          <a:xfrm>
            <a:off x="6070556" y="1589869"/>
            <a:ext cx="2230200" cy="584775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satisfaction and Accessibility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E5787-B2E4-A36A-CEB3-1587F7726BD9}"/>
              </a:ext>
            </a:extLst>
          </p:cNvPr>
          <p:cNvSpPr txBox="1"/>
          <p:nvPr/>
        </p:nvSpPr>
        <p:spPr>
          <a:xfrm>
            <a:off x="2571711" y="3151925"/>
            <a:ext cx="3631530" cy="1077218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Addressed challenges such as minimizing false positives and refining rephrasing quality to improve user experience.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C9940F6-35B3-687C-7F0C-EA0D319EF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60" y="1"/>
            <a:ext cx="1478694" cy="1478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2BE10B-E483-0BE4-13FF-FF53E9580EA0}"/>
              </a:ext>
            </a:extLst>
          </p:cNvPr>
          <p:cNvSpPr txBox="1"/>
          <p:nvPr/>
        </p:nvSpPr>
        <p:spPr>
          <a:xfrm>
            <a:off x="3272766" y="1613894"/>
            <a:ext cx="1926899" cy="338554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High Accuracy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Google Shape;440;p39">
            <a:extLst>
              <a:ext uri="{FF2B5EF4-FFF2-40B4-BE49-F238E27FC236}">
                <a16:creationId xmlns:a16="http://schemas.microsoft.com/office/drawing/2014/main" id="{778D58BE-18AA-D7CD-8FC1-9470104CB70C}"/>
              </a:ext>
            </a:extLst>
          </p:cNvPr>
          <p:cNvSpPr/>
          <p:nvPr/>
        </p:nvSpPr>
        <p:spPr>
          <a:xfrm>
            <a:off x="1679045" y="914357"/>
            <a:ext cx="4371900" cy="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441;p39">
            <a:extLst>
              <a:ext uri="{FF2B5EF4-FFF2-40B4-BE49-F238E27FC236}">
                <a16:creationId xmlns:a16="http://schemas.microsoft.com/office/drawing/2014/main" id="{694F51A9-CB23-923B-6B40-D0B6D67B7E87}"/>
              </a:ext>
            </a:extLst>
          </p:cNvPr>
          <p:cNvSpPr/>
          <p:nvPr/>
        </p:nvSpPr>
        <p:spPr>
          <a:xfrm>
            <a:off x="1677161" y="1001957"/>
            <a:ext cx="4371900" cy="11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1219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321" grpId="0" animBg="1"/>
      <p:bldP spid="4" grpId="0" animBg="1"/>
      <p:bldP spid="5" grpId="0" animBg="1"/>
      <p:bldP spid="18" grpId="0" animBg="1"/>
      <p:bldP spid="3" grpId="0" animBg="1"/>
      <p:bldP spid="6" grpId="0" animBg="1"/>
      <p:bldP spid="7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A41E5FDC-4D4B-32A7-573B-52D5AAB4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0">
            <a:extLst>
              <a:ext uri="{FF2B5EF4-FFF2-40B4-BE49-F238E27FC236}">
                <a16:creationId xmlns:a16="http://schemas.microsoft.com/office/drawing/2014/main" id="{9E367D94-2ACA-2B0F-4AEE-1D3EF163D3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2021" y="147937"/>
            <a:ext cx="5835030" cy="13872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>
                <a:ea typeface="Raleway Medium"/>
                <a:cs typeface="Raleway Medium"/>
              </a:rPr>
              <a:t>Future Enhancements</a:t>
            </a:r>
            <a:br>
              <a:rPr lang="en-US" sz="2000" dirty="0">
                <a:ea typeface="Raleway Medium"/>
                <a:cs typeface="Raleway Medium"/>
              </a:rPr>
            </a:br>
            <a:endParaRPr lang="en-IN" sz="2000" b="0" dirty="0">
              <a:latin typeface="Raleway Medium"/>
              <a:ea typeface="Raleway Medium"/>
              <a:cs typeface="Raleway Medium"/>
              <a:sym typeface="Raleway Medium"/>
            </a:endParaRPr>
          </a:p>
        </p:txBody>
      </p:sp>
      <p:sp>
        <p:nvSpPr>
          <p:cNvPr id="324" name="Google Shape;324;p30">
            <a:extLst>
              <a:ext uri="{FF2B5EF4-FFF2-40B4-BE49-F238E27FC236}">
                <a16:creationId xmlns:a16="http://schemas.microsoft.com/office/drawing/2014/main" id="{A678B500-8449-02EB-3ED5-1F74C63DD56F}"/>
              </a:ext>
            </a:extLst>
          </p:cNvPr>
          <p:cNvSpPr/>
          <p:nvPr/>
        </p:nvSpPr>
        <p:spPr>
          <a:xfrm rot="-2700000">
            <a:off x="7273450" y="4326317"/>
            <a:ext cx="3130220" cy="13067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0">
            <a:extLst>
              <a:ext uri="{FF2B5EF4-FFF2-40B4-BE49-F238E27FC236}">
                <a16:creationId xmlns:a16="http://schemas.microsoft.com/office/drawing/2014/main" id="{F436E799-2185-B774-CE55-830ADEC33081}"/>
              </a:ext>
            </a:extLst>
          </p:cNvPr>
          <p:cNvSpPr/>
          <p:nvPr/>
        </p:nvSpPr>
        <p:spPr>
          <a:xfrm rot="-2700000">
            <a:off x="7164250" y="4230800"/>
            <a:ext cx="3130220" cy="237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Google Shape;282;p26">
            <a:extLst>
              <a:ext uri="{FF2B5EF4-FFF2-40B4-BE49-F238E27FC236}">
                <a16:creationId xmlns:a16="http://schemas.microsoft.com/office/drawing/2014/main" id="{D0B2C0D2-CCC0-8BD4-D65B-EE0367BF02F9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5219326" cy="354588"/>
          </a:xfrm>
          <a:custGeom>
            <a:avLst/>
            <a:gdLst>
              <a:gd name="connsiteX0" fmla="*/ 0 w 5219326"/>
              <a:gd name="connsiteY0" fmla="*/ 0 h 354588"/>
              <a:gd name="connsiteX1" fmla="*/ 548029 w 5219326"/>
              <a:gd name="connsiteY1" fmla="*/ 0 h 354588"/>
              <a:gd name="connsiteX2" fmla="*/ 1304832 w 5219326"/>
              <a:gd name="connsiteY2" fmla="*/ 0 h 354588"/>
              <a:gd name="connsiteX3" fmla="*/ 2009441 w 5219326"/>
              <a:gd name="connsiteY3" fmla="*/ 0 h 354588"/>
              <a:gd name="connsiteX4" fmla="*/ 2766243 w 5219326"/>
              <a:gd name="connsiteY4" fmla="*/ 0 h 354588"/>
              <a:gd name="connsiteX5" fmla="*/ 3523045 w 5219326"/>
              <a:gd name="connsiteY5" fmla="*/ 0 h 354588"/>
              <a:gd name="connsiteX6" fmla="*/ 4175461 w 5219326"/>
              <a:gd name="connsiteY6" fmla="*/ 0 h 354588"/>
              <a:gd name="connsiteX7" fmla="*/ 5219326 w 5219326"/>
              <a:gd name="connsiteY7" fmla="*/ 0 h 354588"/>
              <a:gd name="connsiteX8" fmla="*/ 5219326 w 5219326"/>
              <a:gd name="connsiteY8" fmla="*/ 354588 h 354588"/>
              <a:gd name="connsiteX9" fmla="*/ 4566910 w 5219326"/>
              <a:gd name="connsiteY9" fmla="*/ 354588 h 354588"/>
              <a:gd name="connsiteX10" fmla="*/ 3810108 w 5219326"/>
              <a:gd name="connsiteY10" fmla="*/ 354588 h 354588"/>
              <a:gd name="connsiteX11" fmla="*/ 3105499 w 5219326"/>
              <a:gd name="connsiteY11" fmla="*/ 354588 h 354588"/>
              <a:gd name="connsiteX12" fmla="*/ 2453083 w 5219326"/>
              <a:gd name="connsiteY12" fmla="*/ 354588 h 354588"/>
              <a:gd name="connsiteX13" fmla="*/ 1696281 w 5219326"/>
              <a:gd name="connsiteY13" fmla="*/ 354588 h 354588"/>
              <a:gd name="connsiteX14" fmla="*/ 1043865 w 5219326"/>
              <a:gd name="connsiteY14" fmla="*/ 354588 h 354588"/>
              <a:gd name="connsiteX15" fmla="*/ 0 w 5219326"/>
              <a:gd name="connsiteY15" fmla="*/ 354588 h 354588"/>
              <a:gd name="connsiteX16" fmla="*/ 0 w 5219326"/>
              <a:gd name="connsiteY16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19326" h="354588" fill="none" extrusionOk="0">
                <a:moveTo>
                  <a:pt x="0" y="0"/>
                </a:moveTo>
                <a:cubicBezTo>
                  <a:pt x="116142" y="1755"/>
                  <a:pt x="305798" y="-23176"/>
                  <a:pt x="548029" y="0"/>
                </a:cubicBezTo>
                <a:cubicBezTo>
                  <a:pt x="790260" y="23176"/>
                  <a:pt x="978790" y="-17017"/>
                  <a:pt x="1304832" y="0"/>
                </a:cubicBezTo>
                <a:cubicBezTo>
                  <a:pt x="1630874" y="17017"/>
                  <a:pt x="1820494" y="-23866"/>
                  <a:pt x="2009441" y="0"/>
                </a:cubicBezTo>
                <a:cubicBezTo>
                  <a:pt x="2198388" y="23866"/>
                  <a:pt x="2396673" y="29860"/>
                  <a:pt x="2766243" y="0"/>
                </a:cubicBezTo>
                <a:cubicBezTo>
                  <a:pt x="3135813" y="-29860"/>
                  <a:pt x="3186158" y="21751"/>
                  <a:pt x="3523045" y="0"/>
                </a:cubicBezTo>
                <a:cubicBezTo>
                  <a:pt x="3859932" y="-21751"/>
                  <a:pt x="3974112" y="26527"/>
                  <a:pt x="4175461" y="0"/>
                </a:cubicBezTo>
                <a:cubicBezTo>
                  <a:pt x="4376810" y="-26527"/>
                  <a:pt x="4719093" y="51296"/>
                  <a:pt x="5219326" y="0"/>
                </a:cubicBezTo>
                <a:cubicBezTo>
                  <a:pt x="5220370" y="108723"/>
                  <a:pt x="5208671" y="277004"/>
                  <a:pt x="5219326" y="354588"/>
                </a:cubicBezTo>
                <a:cubicBezTo>
                  <a:pt x="5023518" y="381398"/>
                  <a:pt x="4716941" y="330879"/>
                  <a:pt x="4566910" y="354588"/>
                </a:cubicBezTo>
                <a:cubicBezTo>
                  <a:pt x="4416879" y="378297"/>
                  <a:pt x="4069684" y="323601"/>
                  <a:pt x="3810108" y="354588"/>
                </a:cubicBezTo>
                <a:cubicBezTo>
                  <a:pt x="3550532" y="385575"/>
                  <a:pt x="3269259" y="344740"/>
                  <a:pt x="3105499" y="354588"/>
                </a:cubicBezTo>
                <a:cubicBezTo>
                  <a:pt x="2941739" y="364436"/>
                  <a:pt x="2770404" y="340200"/>
                  <a:pt x="2453083" y="354588"/>
                </a:cubicBezTo>
                <a:cubicBezTo>
                  <a:pt x="2135762" y="368976"/>
                  <a:pt x="1991141" y="349829"/>
                  <a:pt x="1696281" y="354588"/>
                </a:cubicBezTo>
                <a:cubicBezTo>
                  <a:pt x="1401421" y="359347"/>
                  <a:pt x="1305757" y="324533"/>
                  <a:pt x="1043865" y="354588"/>
                </a:cubicBezTo>
                <a:cubicBezTo>
                  <a:pt x="781973" y="384643"/>
                  <a:pt x="319876" y="386985"/>
                  <a:pt x="0" y="354588"/>
                </a:cubicBezTo>
                <a:cubicBezTo>
                  <a:pt x="-5922" y="205916"/>
                  <a:pt x="-5624" y="99149"/>
                  <a:pt x="0" y="0"/>
                </a:cubicBezTo>
                <a:close/>
              </a:path>
              <a:path w="5219326" h="354588" stroke="0" extrusionOk="0">
                <a:moveTo>
                  <a:pt x="0" y="0"/>
                </a:moveTo>
                <a:cubicBezTo>
                  <a:pt x="249857" y="-8427"/>
                  <a:pt x="429903" y="-22096"/>
                  <a:pt x="548029" y="0"/>
                </a:cubicBezTo>
                <a:cubicBezTo>
                  <a:pt x="666155" y="22096"/>
                  <a:pt x="883376" y="-15726"/>
                  <a:pt x="1043865" y="0"/>
                </a:cubicBezTo>
                <a:cubicBezTo>
                  <a:pt x="1204354" y="15726"/>
                  <a:pt x="1526119" y="22214"/>
                  <a:pt x="1748474" y="0"/>
                </a:cubicBezTo>
                <a:cubicBezTo>
                  <a:pt x="1970829" y="-22214"/>
                  <a:pt x="2214993" y="-3415"/>
                  <a:pt x="2453083" y="0"/>
                </a:cubicBezTo>
                <a:cubicBezTo>
                  <a:pt x="2691173" y="3415"/>
                  <a:pt x="2765473" y="-1369"/>
                  <a:pt x="3001112" y="0"/>
                </a:cubicBezTo>
                <a:cubicBezTo>
                  <a:pt x="3236751" y="1369"/>
                  <a:pt x="3473127" y="-33730"/>
                  <a:pt x="3705721" y="0"/>
                </a:cubicBezTo>
                <a:cubicBezTo>
                  <a:pt x="3938315" y="33730"/>
                  <a:pt x="4177447" y="29213"/>
                  <a:pt x="4305944" y="0"/>
                </a:cubicBezTo>
                <a:cubicBezTo>
                  <a:pt x="4434441" y="-29213"/>
                  <a:pt x="5017101" y="-39406"/>
                  <a:pt x="5219326" y="0"/>
                </a:cubicBezTo>
                <a:cubicBezTo>
                  <a:pt x="5233550" y="147277"/>
                  <a:pt x="5228044" y="188542"/>
                  <a:pt x="5219326" y="354588"/>
                </a:cubicBezTo>
                <a:cubicBezTo>
                  <a:pt x="5094506" y="337186"/>
                  <a:pt x="4862343" y="374798"/>
                  <a:pt x="4723490" y="354588"/>
                </a:cubicBezTo>
                <a:cubicBezTo>
                  <a:pt x="4584637" y="334378"/>
                  <a:pt x="4333325" y="346486"/>
                  <a:pt x="4227654" y="354588"/>
                </a:cubicBezTo>
                <a:cubicBezTo>
                  <a:pt x="4121983" y="362690"/>
                  <a:pt x="3824620" y="352740"/>
                  <a:pt x="3679625" y="354588"/>
                </a:cubicBezTo>
                <a:cubicBezTo>
                  <a:pt x="3534630" y="356436"/>
                  <a:pt x="3291562" y="381594"/>
                  <a:pt x="3131596" y="354588"/>
                </a:cubicBezTo>
                <a:cubicBezTo>
                  <a:pt x="2971630" y="327582"/>
                  <a:pt x="2790370" y="384283"/>
                  <a:pt x="2531373" y="354588"/>
                </a:cubicBezTo>
                <a:cubicBezTo>
                  <a:pt x="2272376" y="324893"/>
                  <a:pt x="2131952" y="366125"/>
                  <a:pt x="1878957" y="354588"/>
                </a:cubicBezTo>
                <a:cubicBezTo>
                  <a:pt x="1625962" y="343051"/>
                  <a:pt x="1540300" y="344464"/>
                  <a:pt x="1226542" y="354588"/>
                </a:cubicBezTo>
                <a:cubicBezTo>
                  <a:pt x="912784" y="364712"/>
                  <a:pt x="306389" y="406821"/>
                  <a:pt x="0" y="354588"/>
                </a:cubicBezTo>
                <a:cubicBezTo>
                  <a:pt x="-13699" y="225097"/>
                  <a:pt x="12629" y="121939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Scaling the impact with advanced features and collaborations.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A70781-5E5A-ECE8-1ABB-85415D5B0F4A}"/>
              </a:ext>
            </a:extLst>
          </p:cNvPr>
          <p:cNvSpPr txBox="1"/>
          <p:nvPr/>
        </p:nvSpPr>
        <p:spPr>
          <a:xfrm>
            <a:off x="309779" y="1621581"/>
            <a:ext cx="1926899" cy="584775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Ensemble Learning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39ED1F-1B62-6342-BBF0-2C3861FF0366}"/>
              </a:ext>
            </a:extLst>
          </p:cNvPr>
          <p:cNvSpPr txBox="1"/>
          <p:nvPr/>
        </p:nvSpPr>
        <p:spPr>
          <a:xfrm>
            <a:off x="6070556" y="1589869"/>
            <a:ext cx="2230200" cy="830997"/>
          </a:xfrm>
          <a:prstGeom prst="rect">
            <a:avLst/>
          </a:prstGeom>
          <a:noFill/>
          <a:ln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Integration with social media platforms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63E399-1601-BE03-D172-7177FD31A52D}"/>
              </a:ext>
            </a:extLst>
          </p:cNvPr>
          <p:cNvSpPr txBox="1"/>
          <p:nvPr/>
        </p:nvSpPr>
        <p:spPr>
          <a:xfrm>
            <a:off x="2664086" y="3439035"/>
            <a:ext cx="3815827" cy="338554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Advanced Analytics and Reporting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2D7B8C-00BF-5AB2-C7A9-66BC3F32E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260" y="1"/>
            <a:ext cx="1478694" cy="1478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D14870C-3503-CFE4-D75B-E7A1203B9DAF}"/>
              </a:ext>
            </a:extLst>
          </p:cNvPr>
          <p:cNvSpPr txBox="1"/>
          <p:nvPr/>
        </p:nvSpPr>
        <p:spPr>
          <a:xfrm>
            <a:off x="3272766" y="1613894"/>
            <a:ext cx="1926899" cy="584775"/>
          </a:xfrm>
          <a:prstGeom prst="rect">
            <a:avLst/>
          </a:prstGeom>
          <a:noFill/>
          <a:ln w="3175">
            <a:solidFill>
              <a:schemeClr val="bg1">
                <a:lumMod val="25000"/>
              </a:schemeClr>
            </a:solidFill>
          </a:ln>
          <a:effectLst>
            <a:reflection blurRad="6350" stA="52000" endA="300" endPos="350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>
                    <a:lumMod val="2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User Customization</a:t>
            </a:r>
            <a:endParaRPr lang="en-IN" sz="1600" b="1" dirty="0">
              <a:solidFill>
                <a:schemeClr val="bg1">
                  <a:lumMod val="2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Google Shape;440;p39">
            <a:extLst>
              <a:ext uri="{FF2B5EF4-FFF2-40B4-BE49-F238E27FC236}">
                <a16:creationId xmlns:a16="http://schemas.microsoft.com/office/drawing/2014/main" id="{B82F5D6B-316C-3312-054E-C8389416A4C1}"/>
              </a:ext>
            </a:extLst>
          </p:cNvPr>
          <p:cNvSpPr/>
          <p:nvPr/>
        </p:nvSpPr>
        <p:spPr>
          <a:xfrm>
            <a:off x="1679045" y="914357"/>
            <a:ext cx="4371900" cy="2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" name="Google Shape;441;p39">
            <a:extLst>
              <a:ext uri="{FF2B5EF4-FFF2-40B4-BE49-F238E27FC236}">
                <a16:creationId xmlns:a16="http://schemas.microsoft.com/office/drawing/2014/main" id="{B8A855EF-6FDC-86E6-0D83-C7443FE7D0C5}"/>
              </a:ext>
            </a:extLst>
          </p:cNvPr>
          <p:cNvSpPr/>
          <p:nvPr/>
        </p:nvSpPr>
        <p:spPr>
          <a:xfrm>
            <a:off x="1677161" y="1001957"/>
            <a:ext cx="4371900" cy="11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6561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" grpId="0"/>
      <p:bldP spid="4" grpId="0" animBg="1"/>
      <p:bldP spid="5" grpId="0" animBg="1"/>
      <p:bldP spid="18" grpId="0" animBg="1"/>
      <p:bldP spid="3" grpId="0" animBg="1"/>
      <p:bldP spid="6" grpId="0" animBg="1"/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5"/>
          <p:cNvSpPr txBox="1">
            <a:spLocks noGrp="1"/>
          </p:cNvSpPr>
          <p:nvPr>
            <p:ph type="title"/>
          </p:nvPr>
        </p:nvSpPr>
        <p:spPr>
          <a:xfrm>
            <a:off x="713213" y="5400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Thanks!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522" name="Google Shape;522;p45"/>
          <p:cNvSpPr txBox="1">
            <a:spLocks noGrp="1"/>
          </p:cNvSpPr>
          <p:nvPr>
            <p:ph type="subTitle" idx="1"/>
          </p:nvPr>
        </p:nvSpPr>
        <p:spPr>
          <a:xfrm>
            <a:off x="713225" y="1745009"/>
            <a:ext cx="4448100" cy="13773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 b="1" dirty="0"/>
              <a:t>Do you have any questions?</a:t>
            </a:r>
          </a:p>
          <a:p>
            <a:pPr marL="0" indent="0"/>
            <a:r>
              <a:rPr lang="en-IN" dirty="0">
                <a:hlinkClick r:id="rId3"/>
              </a:rPr>
              <a:t>manaswinikk2004@gmail.com</a:t>
            </a:r>
            <a:r>
              <a:rPr lang="en-IN" dirty="0"/>
              <a:t> </a:t>
            </a:r>
          </a:p>
          <a:p>
            <a:pPr marL="0" indent="0"/>
            <a:r>
              <a:rPr lang="en-IN" dirty="0">
                <a:hlinkClick r:id="rId4"/>
              </a:rPr>
              <a:t>harikareddy.kushlu@gmail.com</a:t>
            </a:r>
            <a:endParaRPr b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hlinkClick r:id="rId5"/>
              </a:rPr>
              <a:t>darshithagongle@gmail.com</a:t>
            </a:r>
            <a:r>
              <a:rPr lang="en-IN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hlinkClick r:id="rId6"/>
              </a:rPr>
              <a:t>kandadasirivennela@gmail.com</a:t>
            </a:r>
            <a:r>
              <a:rPr lang="en-IN" dirty="0"/>
              <a:t>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34" name="Google Shape;534;p45"/>
          <p:cNvGrpSpPr/>
          <p:nvPr/>
        </p:nvGrpSpPr>
        <p:grpSpPr>
          <a:xfrm>
            <a:off x="6120335" y="2455021"/>
            <a:ext cx="2707490" cy="2688479"/>
            <a:chOff x="6120335" y="2455021"/>
            <a:chExt cx="2707490" cy="2688479"/>
          </a:xfrm>
        </p:grpSpPr>
        <p:sp>
          <p:nvSpPr>
            <p:cNvPr id="535" name="Google Shape;535;p45"/>
            <p:cNvSpPr/>
            <p:nvPr/>
          </p:nvSpPr>
          <p:spPr>
            <a:xfrm rot="3376257">
              <a:off x="6638698" y="2809893"/>
              <a:ext cx="1834255" cy="183425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536" name="Google Shape;536;p45"/>
            <p:cNvSpPr/>
            <p:nvPr/>
          </p:nvSpPr>
          <p:spPr>
            <a:xfrm rot="3375517">
              <a:off x="6407948" y="3369512"/>
              <a:ext cx="1486375" cy="1486375"/>
            </a:xfrm>
            <a:prstGeom prst="ellipse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20C142D-9C51-BC9E-7AC9-CE9314560280}"/>
              </a:ext>
            </a:extLst>
          </p:cNvPr>
          <p:cNvSpPr txBox="1"/>
          <p:nvPr/>
        </p:nvSpPr>
        <p:spPr>
          <a:xfrm flipH="1">
            <a:off x="98262" y="3727020"/>
            <a:ext cx="6185563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3" name="Google Shape;282;p26">
            <a:extLst>
              <a:ext uri="{FF2B5EF4-FFF2-40B4-BE49-F238E27FC236}">
                <a16:creationId xmlns:a16="http://schemas.microsoft.com/office/drawing/2014/main" id="{D2E9BCBD-4942-D7F3-D296-B7321390745E}"/>
              </a:ext>
            </a:extLst>
          </p:cNvPr>
          <p:cNvSpPr txBox="1">
            <a:spLocks/>
          </p:cNvSpPr>
          <p:nvPr/>
        </p:nvSpPr>
        <p:spPr>
          <a:xfrm>
            <a:off x="2017902" y="4605533"/>
            <a:ext cx="4739149" cy="354588"/>
          </a:xfrm>
          <a:custGeom>
            <a:avLst/>
            <a:gdLst>
              <a:gd name="connsiteX0" fmla="*/ 0 w 4739149"/>
              <a:gd name="connsiteY0" fmla="*/ 0 h 354588"/>
              <a:gd name="connsiteX1" fmla="*/ 724413 w 4739149"/>
              <a:gd name="connsiteY1" fmla="*/ 0 h 354588"/>
              <a:gd name="connsiteX2" fmla="*/ 1401434 w 4739149"/>
              <a:gd name="connsiteY2" fmla="*/ 0 h 354588"/>
              <a:gd name="connsiteX3" fmla="*/ 2173238 w 4739149"/>
              <a:gd name="connsiteY3" fmla="*/ 0 h 354588"/>
              <a:gd name="connsiteX4" fmla="*/ 2897651 w 4739149"/>
              <a:gd name="connsiteY4" fmla="*/ 0 h 354588"/>
              <a:gd name="connsiteX5" fmla="*/ 3669455 w 4739149"/>
              <a:gd name="connsiteY5" fmla="*/ 0 h 354588"/>
              <a:gd name="connsiteX6" fmla="*/ 4739149 w 4739149"/>
              <a:gd name="connsiteY6" fmla="*/ 0 h 354588"/>
              <a:gd name="connsiteX7" fmla="*/ 4739149 w 4739149"/>
              <a:gd name="connsiteY7" fmla="*/ 354588 h 354588"/>
              <a:gd name="connsiteX8" fmla="*/ 4204302 w 4739149"/>
              <a:gd name="connsiteY8" fmla="*/ 354588 h 354588"/>
              <a:gd name="connsiteX9" fmla="*/ 3527281 w 4739149"/>
              <a:gd name="connsiteY9" fmla="*/ 354588 h 354588"/>
              <a:gd name="connsiteX10" fmla="*/ 2850260 w 4739149"/>
              <a:gd name="connsiteY10" fmla="*/ 354588 h 354588"/>
              <a:gd name="connsiteX11" fmla="*/ 2078455 w 4739149"/>
              <a:gd name="connsiteY11" fmla="*/ 354588 h 354588"/>
              <a:gd name="connsiteX12" fmla="*/ 1354043 w 4739149"/>
              <a:gd name="connsiteY12" fmla="*/ 354588 h 354588"/>
              <a:gd name="connsiteX13" fmla="*/ 677021 w 4739149"/>
              <a:gd name="connsiteY13" fmla="*/ 354588 h 354588"/>
              <a:gd name="connsiteX14" fmla="*/ 0 w 4739149"/>
              <a:gd name="connsiteY14" fmla="*/ 354588 h 354588"/>
              <a:gd name="connsiteX15" fmla="*/ 0 w 4739149"/>
              <a:gd name="connsiteY15" fmla="*/ 0 h 354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739149" h="354588" fill="none" extrusionOk="0">
                <a:moveTo>
                  <a:pt x="0" y="0"/>
                </a:moveTo>
                <a:cubicBezTo>
                  <a:pt x="305918" y="-18554"/>
                  <a:pt x="493261" y="-16206"/>
                  <a:pt x="724413" y="0"/>
                </a:cubicBezTo>
                <a:cubicBezTo>
                  <a:pt x="955565" y="16206"/>
                  <a:pt x="1118743" y="-13392"/>
                  <a:pt x="1401434" y="0"/>
                </a:cubicBezTo>
                <a:cubicBezTo>
                  <a:pt x="1684125" y="13392"/>
                  <a:pt x="1970757" y="-10393"/>
                  <a:pt x="2173238" y="0"/>
                </a:cubicBezTo>
                <a:cubicBezTo>
                  <a:pt x="2375719" y="10393"/>
                  <a:pt x="2694873" y="26936"/>
                  <a:pt x="2897651" y="0"/>
                </a:cubicBezTo>
                <a:cubicBezTo>
                  <a:pt x="3100429" y="-26936"/>
                  <a:pt x="3313659" y="28487"/>
                  <a:pt x="3669455" y="0"/>
                </a:cubicBezTo>
                <a:cubicBezTo>
                  <a:pt x="4025251" y="-28487"/>
                  <a:pt x="4396641" y="34041"/>
                  <a:pt x="4739149" y="0"/>
                </a:cubicBezTo>
                <a:cubicBezTo>
                  <a:pt x="4722479" y="167701"/>
                  <a:pt x="4725777" y="279835"/>
                  <a:pt x="4739149" y="354588"/>
                </a:cubicBezTo>
                <a:cubicBezTo>
                  <a:pt x="4514515" y="341738"/>
                  <a:pt x="4399843" y="349410"/>
                  <a:pt x="4204302" y="354588"/>
                </a:cubicBezTo>
                <a:cubicBezTo>
                  <a:pt x="4008761" y="359766"/>
                  <a:pt x="3692701" y="327893"/>
                  <a:pt x="3527281" y="354588"/>
                </a:cubicBezTo>
                <a:cubicBezTo>
                  <a:pt x="3361861" y="381283"/>
                  <a:pt x="3097368" y="323912"/>
                  <a:pt x="2850260" y="354588"/>
                </a:cubicBezTo>
                <a:cubicBezTo>
                  <a:pt x="2603152" y="385264"/>
                  <a:pt x="2282657" y="344802"/>
                  <a:pt x="2078455" y="354588"/>
                </a:cubicBezTo>
                <a:cubicBezTo>
                  <a:pt x="1874254" y="364374"/>
                  <a:pt x="1508344" y="363035"/>
                  <a:pt x="1354043" y="354588"/>
                </a:cubicBezTo>
                <a:cubicBezTo>
                  <a:pt x="1199742" y="346141"/>
                  <a:pt x="849219" y="323701"/>
                  <a:pt x="677021" y="354588"/>
                </a:cubicBezTo>
                <a:cubicBezTo>
                  <a:pt x="504823" y="385475"/>
                  <a:pt x="298998" y="339488"/>
                  <a:pt x="0" y="354588"/>
                </a:cubicBezTo>
                <a:cubicBezTo>
                  <a:pt x="14509" y="206492"/>
                  <a:pt x="-11530" y="133786"/>
                  <a:pt x="0" y="0"/>
                </a:cubicBezTo>
                <a:close/>
              </a:path>
              <a:path w="4739149" h="354588" stroke="0" extrusionOk="0">
                <a:moveTo>
                  <a:pt x="0" y="0"/>
                </a:moveTo>
                <a:cubicBezTo>
                  <a:pt x="254142" y="-6896"/>
                  <a:pt x="341621" y="8077"/>
                  <a:pt x="582238" y="0"/>
                </a:cubicBezTo>
                <a:cubicBezTo>
                  <a:pt x="822855" y="-8077"/>
                  <a:pt x="930106" y="23400"/>
                  <a:pt x="1117085" y="0"/>
                </a:cubicBezTo>
                <a:cubicBezTo>
                  <a:pt x="1304064" y="-23400"/>
                  <a:pt x="1503565" y="9301"/>
                  <a:pt x="1841498" y="0"/>
                </a:cubicBezTo>
                <a:cubicBezTo>
                  <a:pt x="2179431" y="-9301"/>
                  <a:pt x="2242934" y="34430"/>
                  <a:pt x="2565911" y="0"/>
                </a:cubicBezTo>
                <a:cubicBezTo>
                  <a:pt x="2888888" y="-34430"/>
                  <a:pt x="2858613" y="5481"/>
                  <a:pt x="3148149" y="0"/>
                </a:cubicBezTo>
                <a:cubicBezTo>
                  <a:pt x="3437685" y="-5481"/>
                  <a:pt x="3562331" y="-15941"/>
                  <a:pt x="3872562" y="0"/>
                </a:cubicBezTo>
                <a:cubicBezTo>
                  <a:pt x="4182793" y="15941"/>
                  <a:pt x="4550228" y="22009"/>
                  <a:pt x="4739149" y="0"/>
                </a:cubicBezTo>
                <a:cubicBezTo>
                  <a:pt x="4738815" y="163352"/>
                  <a:pt x="4752629" y="182735"/>
                  <a:pt x="4739149" y="354588"/>
                </a:cubicBezTo>
                <a:cubicBezTo>
                  <a:pt x="4517016" y="375531"/>
                  <a:pt x="4363747" y="380485"/>
                  <a:pt x="4156911" y="354588"/>
                </a:cubicBezTo>
                <a:cubicBezTo>
                  <a:pt x="3950075" y="328691"/>
                  <a:pt x="3780773" y="343911"/>
                  <a:pt x="3622064" y="354588"/>
                </a:cubicBezTo>
                <a:cubicBezTo>
                  <a:pt x="3463355" y="365265"/>
                  <a:pt x="3260596" y="354735"/>
                  <a:pt x="3087217" y="354588"/>
                </a:cubicBezTo>
                <a:cubicBezTo>
                  <a:pt x="2913838" y="354441"/>
                  <a:pt x="2749462" y="383363"/>
                  <a:pt x="2504979" y="354588"/>
                </a:cubicBezTo>
                <a:cubicBezTo>
                  <a:pt x="2260496" y="325813"/>
                  <a:pt x="2189628" y="327854"/>
                  <a:pt x="1922740" y="354588"/>
                </a:cubicBezTo>
                <a:cubicBezTo>
                  <a:pt x="1655852" y="381322"/>
                  <a:pt x="1582504" y="342776"/>
                  <a:pt x="1293111" y="354588"/>
                </a:cubicBezTo>
                <a:cubicBezTo>
                  <a:pt x="1003718" y="366400"/>
                  <a:pt x="766306" y="326064"/>
                  <a:pt x="616089" y="354588"/>
                </a:cubicBezTo>
                <a:cubicBezTo>
                  <a:pt x="465872" y="383112"/>
                  <a:pt x="193975" y="326384"/>
                  <a:pt x="0" y="354588"/>
                </a:cubicBezTo>
                <a:cubicBezTo>
                  <a:pt x="9565" y="219612"/>
                  <a:pt x="7606" y="13895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199306388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i="1" dirty="0">
                <a:solidFill>
                  <a:schemeClr val="bg1">
                    <a:lumMod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Together, We Make Words Matter.</a:t>
            </a:r>
          </a:p>
        </p:txBody>
      </p:sp>
    </p:spTree>
    <p:extLst>
      <p:ext uri="{BB962C8B-B14F-4D97-AF65-F5344CB8AC3E}">
        <p14:creationId xmlns:p14="http://schemas.microsoft.com/office/powerpoint/2010/main" val="12133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Design Inspiration Project Proposal by Slidesgo">
  <a:themeElements>
    <a:clrScheme name="Simple Light">
      <a:dk1>
        <a:srgbClr val="3F2946"/>
      </a:dk1>
      <a:lt1>
        <a:srgbClr val="E3C9E1"/>
      </a:lt1>
      <a:dk2>
        <a:srgbClr val="A786BB"/>
      </a:dk2>
      <a:lt2>
        <a:srgbClr val="F9AD8E"/>
      </a:lt2>
      <a:accent1>
        <a:srgbClr val="7C4D8B"/>
      </a:accent1>
      <a:accent2>
        <a:srgbClr val="C7AAC5"/>
      </a:accent2>
      <a:accent3>
        <a:srgbClr val="E6965D"/>
      </a:accent3>
      <a:accent4>
        <a:srgbClr val="555555"/>
      </a:accent4>
      <a:accent5>
        <a:srgbClr val="D87026"/>
      </a:accent5>
      <a:accent6>
        <a:srgbClr val="FFFFFF"/>
      </a:accent6>
      <a:hlink>
        <a:srgbClr val="3F294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</TotalTime>
  <Words>903</Words>
  <Application>Microsoft Office PowerPoint</Application>
  <PresentationFormat>On-screen Show (16:9)</PresentationFormat>
  <Paragraphs>213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Raleway Medium</vt:lpstr>
      <vt:lpstr>Raleway</vt:lpstr>
      <vt:lpstr>Arial</vt:lpstr>
      <vt:lpstr>Open Sans</vt:lpstr>
      <vt:lpstr>Anaheim</vt:lpstr>
      <vt:lpstr>Design Inspiration Project Proposal by Slidesgo</vt:lpstr>
      <vt:lpstr>Neutral Note A Tool for Promoting Fairness and Objectivity in Written Texts</vt:lpstr>
      <vt:lpstr>Table of contents</vt:lpstr>
      <vt:lpstr>Abstract </vt:lpstr>
      <vt:lpstr>Introduction</vt:lpstr>
      <vt:lpstr>Existing System</vt:lpstr>
      <vt:lpstr>Proposed System using Detoxify model</vt:lpstr>
      <vt:lpstr>Requirements</vt:lpstr>
      <vt:lpstr>Scope</vt:lpstr>
      <vt:lpstr>Architecture</vt:lpstr>
      <vt:lpstr>Modules</vt:lpstr>
      <vt:lpstr>Design  (UML Diagrams)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Implementation</vt:lpstr>
      <vt:lpstr>PowerPoint Presentation</vt:lpstr>
      <vt:lpstr>Execution</vt:lpstr>
      <vt:lpstr>PowerPoint Presentation</vt:lpstr>
      <vt:lpstr>Conclusion </vt:lpstr>
      <vt:lpstr>Future Enhancements 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Ksheeraja Manaswini</cp:lastModifiedBy>
  <cp:revision>1</cp:revision>
  <dcterms:modified xsi:type="dcterms:W3CDTF">2024-12-05T04:18:19Z</dcterms:modified>
</cp:coreProperties>
</file>